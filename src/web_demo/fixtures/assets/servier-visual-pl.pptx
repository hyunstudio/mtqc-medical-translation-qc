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>
                <a:solidFill>
                  <a:srgbClr val="9C7DC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NARZĄD WZROKU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Poppins" panose="00000500000000000000" pitchFamily="2" charset="0"/>
                <a:cs typeface="Poppins" panose="00000500000000000000" pitchFamily="2" charset="0"/>
              </a:rPr>
              <a:t>Układ wzrokowy odbiera światło z otoczenia i przekształca je w sygnały elektryczne, które mózg interpretuje, tworząc obrazy i umożliwiając postrzeganie barw, kształtów, głębi i ruchu.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ROGÓWKA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TĘCZÓWKA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ŹRENICA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SOCZEWKA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750" b="1" dirty="0">
                <a:latin typeface="Poppins" panose="00000500000000000000" pitchFamily="2" charset="0"/>
                <a:cs typeface="Poppins" panose="00000500000000000000" pitchFamily="2" charset="0"/>
              </a:rPr>
              <a:t>TWARDÓWKA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NACZYNIÓWKA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SIATKÓWKA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NACZYNIA KRWIONOŚNE SIATKÓWKI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NERW WZROKOWY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PLAMKA ŻÓŁTA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CIAŁO SZKLISTE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KANAŁ SCHLEMMA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