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sldIdLst>
    <p:sldId id="256" r:id="rId2"/>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9C7DCC"/>
    <a:srgbClr val="47BFD9"/>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FFCCA95A-6217-44AF-8279-DB38BFB5EAD6}" v="26" dt="2024-07-03T13:57:56.590"/>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987" autoAdjust="0"/>
    <p:restoredTop sz="94660"/>
  </p:normalViewPr>
  <p:slideViewPr>
    <p:cSldViewPr snapToGrid="0">
      <p:cViewPr varScale="1">
        <p:scale>
          <a:sx n="114" d="100"/>
          <a:sy n="114" d="100"/>
        </p:scale>
        <p:origin x="624" y="18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microsoft.com/office/2015/10/relationships/revisionInfo" Target="revisionInfo.xml"/><Relationship Id="rId3" Type="http://schemas.openxmlformats.org/officeDocument/2006/relationships/presProps" Target="presProps.xml"/><Relationship Id="rId7" Type="http://schemas.microsoft.com/office/2016/11/relationships/changesInfo" Target="changesInfos/changesInfo1.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tableStyles" Target="tableStyles.xml"/><Relationship Id="rId5" Type="http://schemas.openxmlformats.org/officeDocument/2006/relationships/theme" Target="theme/theme1.xml"/><Relationship Id="rId4" Type="http://schemas.openxmlformats.org/officeDocument/2006/relationships/viewProps" Target="viewProp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ROTA HUGO SI" userId="f084d78e-b525-4b91-8087-634c06aecf4c" providerId="ADAL" clId="{FFCCA95A-6217-44AF-8279-DB38BFB5EAD6}"/>
    <pc:docChg chg="undo custSel modSld">
      <pc:chgData name="ROTA HUGO SI" userId="f084d78e-b525-4b91-8087-634c06aecf4c" providerId="ADAL" clId="{FFCCA95A-6217-44AF-8279-DB38BFB5EAD6}" dt="2024-07-03T14:03:30.636" v="565" actId="14100"/>
      <pc:docMkLst>
        <pc:docMk/>
      </pc:docMkLst>
      <pc:sldChg chg="addSp delSp modSp mod">
        <pc:chgData name="ROTA HUGO SI" userId="f084d78e-b525-4b91-8087-634c06aecf4c" providerId="ADAL" clId="{FFCCA95A-6217-44AF-8279-DB38BFB5EAD6}" dt="2024-07-03T14:03:30.636" v="565" actId="14100"/>
        <pc:sldMkLst>
          <pc:docMk/>
          <pc:sldMk cId="286065243" sldId="256"/>
        </pc:sldMkLst>
        <pc:spChg chg="add mod">
          <ac:chgData name="ROTA HUGO SI" userId="f084d78e-b525-4b91-8087-634c06aecf4c" providerId="ADAL" clId="{FFCCA95A-6217-44AF-8279-DB38BFB5EAD6}" dt="2024-07-03T13:20:25.451" v="85" actId="1076"/>
          <ac:spMkLst>
            <pc:docMk/>
            <pc:sldMk cId="286065243" sldId="256"/>
            <ac:spMk id="2" creationId="{E75B43A1-8959-0F7A-A696-6999D14AF92E}"/>
          </ac:spMkLst>
        </pc:spChg>
        <pc:spChg chg="add mod">
          <ac:chgData name="ROTA HUGO SI" userId="f084d78e-b525-4b91-8087-634c06aecf4c" providerId="ADAL" clId="{FFCCA95A-6217-44AF-8279-DB38BFB5EAD6}" dt="2024-07-03T13:58:37.881" v="429" actId="1076"/>
          <ac:spMkLst>
            <pc:docMk/>
            <pc:sldMk cId="286065243" sldId="256"/>
            <ac:spMk id="3" creationId="{21082E92-68E4-7BC2-ED8D-83E1473D11D4}"/>
          </ac:spMkLst>
        </pc:spChg>
        <pc:spChg chg="add mod">
          <ac:chgData name="ROTA HUGO SI" userId="f084d78e-b525-4b91-8087-634c06aecf4c" providerId="ADAL" clId="{FFCCA95A-6217-44AF-8279-DB38BFB5EAD6}" dt="2024-07-03T14:03:30.636" v="565" actId="14100"/>
          <ac:spMkLst>
            <pc:docMk/>
            <pc:sldMk cId="286065243" sldId="256"/>
            <ac:spMk id="4" creationId="{11AE43F3-E010-8E11-260C-16631D56D260}"/>
          </ac:spMkLst>
        </pc:spChg>
        <pc:spChg chg="add mod">
          <ac:chgData name="ROTA HUGO SI" userId="f084d78e-b525-4b91-8087-634c06aecf4c" providerId="ADAL" clId="{FFCCA95A-6217-44AF-8279-DB38BFB5EAD6}" dt="2024-07-03T13:58:51.194" v="459" actId="1036"/>
          <ac:spMkLst>
            <pc:docMk/>
            <pc:sldMk cId="286065243" sldId="256"/>
            <ac:spMk id="6" creationId="{85FEC2D6-FDF8-C2BE-8C45-E5E370129F54}"/>
          </ac:spMkLst>
        </pc:spChg>
        <pc:spChg chg="add mod">
          <ac:chgData name="ROTA HUGO SI" userId="f084d78e-b525-4b91-8087-634c06aecf4c" providerId="ADAL" clId="{FFCCA95A-6217-44AF-8279-DB38BFB5EAD6}" dt="2024-07-03T13:58:51.194" v="459" actId="1036"/>
          <ac:spMkLst>
            <pc:docMk/>
            <pc:sldMk cId="286065243" sldId="256"/>
            <ac:spMk id="7" creationId="{91AF73B8-4A93-0DA1-002F-94AA0E77300F}"/>
          </ac:spMkLst>
        </pc:spChg>
        <pc:spChg chg="add del mod">
          <ac:chgData name="ROTA HUGO SI" userId="f084d78e-b525-4b91-8087-634c06aecf4c" providerId="ADAL" clId="{FFCCA95A-6217-44AF-8279-DB38BFB5EAD6}" dt="2024-07-03T13:38:30.007" v="106"/>
          <ac:spMkLst>
            <pc:docMk/>
            <pc:sldMk cId="286065243" sldId="256"/>
            <ac:spMk id="15" creationId="{DAF895CB-E580-BD56-40F6-3BB61875734A}"/>
          </ac:spMkLst>
        </pc:spChg>
        <pc:spChg chg="add mod">
          <ac:chgData name="ROTA HUGO SI" userId="f084d78e-b525-4b91-8087-634c06aecf4c" providerId="ADAL" clId="{FFCCA95A-6217-44AF-8279-DB38BFB5EAD6}" dt="2024-07-03T13:58:51.194" v="459" actId="1036"/>
          <ac:spMkLst>
            <pc:docMk/>
            <pc:sldMk cId="286065243" sldId="256"/>
            <ac:spMk id="19" creationId="{3D118DAE-6734-3B59-B89F-5DF0FA1E7576}"/>
          </ac:spMkLst>
        </pc:spChg>
        <pc:spChg chg="add mod">
          <ac:chgData name="ROTA HUGO SI" userId="f084d78e-b525-4b91-8087-634c06aecf4c" providerId="ADAL" clId="{FFCCA95A-6217-44AF-8279-DB38BFB5EAD6}" dt="2024-07-03T13:58:51.194" v="459" actId="1036"/>
          <ac:spMkLst>
            <pc:docMk/>
            <pc:sldMk cId="286065243" sldId="256"/>
            <ac:spMk id="25" creationId="{321EA73F-7031-2030-2605-3394F01D3A99}"/>
          </ac:spMkLst>
        </pc:spChg>
        <pc:spChg chg="add mod">
          <ac:chgData name="ROTA HUGO SI" userId="f084d78e-b525-4b91-8087-634c06aecf4c" providerId="ADAL" clId="{FFCCA95A-6217-44AF-8279-DB38BFB5EAD6}" dt="2024-07-03T13:59:18.305" v="508" actId="1037"/>
          <ac:spMkLst>
            <pc:docMk/>
            <pc:sldMk cId="286065243" sldId="256"/>
            <ac:spMk id="29" creationId="{F6DC3864-2992-60C7-7F47-C3B85EAF1C7F}"/>
          </ac:spMkLst>
        </pc:spChg>
        <pc:spChg chg="add mod">
          <ac:chgData name="ROTA HUGO SI" userId="f084d78e-b525-4b91-8087-634c06aecf4c" providerId="ADAL" clId="{FFCCA95A-6217-44AF-8279-DB38BFB5EAD6}" dt="2024-07-03T13:59:18.305" v="508" actId="1037"/>
          <ac:spMkLst>
            <pc:docMk/>
            <pc:sldMk cId="286065243" sldId="256"/>
            <ac:spMk id="34" creationId="{27671222-3755-53D1-95B4-7D6536757A3C}"/>
          </ac:spMkLst>
        </pc:spChg>
        <pc:spChg chg="add mod">
          <ac:chgData name="ROTA HUGO SI" userId="f084d78e-b525-4b91-8087-634c06aecf4c" providerId="ADAL" clId="{FFCCA95A-6217-44AF-8279-DB38BFB5EAD6}" dt="2024-07-03T13:59:18.305" v="508" actId="1037"/>
          <ac:spMkLst>
            <pc:docMk/>
            <pc:sldMk cId="286065243" sldId="256"/>
            <ac:spMk id="39" creationId="{1328C96F-2A4C-E63E-597D-A0CE43B0BFBB}"/>
          </ac:spMkLst>
        </pc:spChg>
        <pc:spChg chg="add mod">
          <ac:chgData name="ROTA HUGO SI" userId="f084d78e-b525-4b91-8087-634c06aecf4c" providerId="ADAL" clId="{FFCCA95A-6217-44AF-8279-DB38BFB5EAD6}" dt="2024-07-03T13:59:18.305" v="508" actId="1037"/>
          <ac:spMkLst>
            <pc:docMk/>
            <pc:sldMk cId="286065243" sldId="256"/>
            <ac:spMk id="44" creationId="{DC21E8FB-38D6-02F9-DD1F-BA846A0AB5B8}"/>
          </ac:spMkLst>
        </pc:spChg>
        <pc:spChg chg="add mod">
          <ac:chgData name="ROTA HUGO SI" userId="f084d78e-b525-4b91-8087-634c06aecf4c" providerId="ADAL" clId="{FFCCA95A-6217-44AF-8279-DB38BFB5EAD6}" dt="2024-07-03T13:59:18.305" v="508" actId="1037"/>
          <ac:spMkLst>
            <pc:docMk/>
            <pc:sldMk cId="286065243" sldId="256"/>
            <ac:spMk id="47" creationId="{E59D6E7C-4073-4CBF-A90D-18CDAC7ED715}"/>
          </ac:spMkLst>
        </pc:spChg>
        <pc:spChg chg="add mod">
          <ac:chgData name="ROTA HUGO SI" userId="f084d78e-b525-4b91-8087-634c06aecf4c" providerId="ADAL" clId="{FFCCA95A-6217-44AF-8279-DB38BFB5EAD6}" dt="2024-07-03T13:59:18.305" v="508" actId="1037"/>
          <ac:spMkLst>
            <pc:docMk/>
            <pc:sldMk cId="286065243" sldId="256"/>
            <ac:spMk id="51" creationId="{FB233FAD-14A5-683B-5B24-B1353E2F2F91}"/>
          </ac:spMkLst>
        </pc:spChg>
        <pc:spChg chg="add del mod">
          <ac:chgData name="ROTA HUGO SI" userId="f084d78e-b525-4b91-8087-634c06aecf4c" providerId="ADAL" clId="{FFCCA95A-6217-44AF-8279-DB38BFB5EAD6}" dt="2024-07-03T13:51:55.997" v="307"/>
          <ac:spMkLst>
            <pc:docMk/>
            <pc:sldMk cId="286065243" sldId="256"/>
            <ac:spMk id="62" creationId="{1F85F996-2414-BD5B-944C-B121563C32B3}"/>
          </ac:spMkLst>
        </pc:spChg>
        <pc:spChg chg="add mod">
          <ac:chgData name="ROTA HUGO SI" userId="f084d78e-b525-4b91-8087-634c06aecf4c" providerId="ADAL" clId="{FFCCA95A-6217-44AF-8279-DB38BFB5EAD6}" dt="2024-07-03T13:59:18.305" v="508" actId="1037"/>
          <ac:spMkLst>
            <pc:docMk/>
            <pc:sldMk cId="286065243" sldId="256"/>
            <ac:spMk id="65" creationId="{C82A0E73-2006-02F5-26A9-181A666DAA19}"/>
          </ac:spMkLst>
        </pc:spChg>
        <pc:spChg chg="add del mod">
          <ac:chgData name="ROTA HUGO SI" userId="f084d78e-b525-4b91-8087-634c06aecf4c" providerId="ADAL" clId="{FFCCA95A-6217-44AF-8279-DB38BFB5EAD6}" dt="2024-07-03T13:53:48.869" v="363"/>
          <ac:spMkLst>
            <pc:docMk/>
            <pc:sldMk cId="286065243" sldId="256"/>
            <ac:spMk id="71" creationId="{7F30CBA5-9221-CD41-4712-99073C02D224}"/>
          </ac:spMkLst>
        </pc:spChg>
        <pc:spChg chg="add mod">
          <ac:chgData name="ROTA HUGO SI" userId="f084d78e-b525-4b91-8087-634c06aecf4c" providerId="ADAL" clId="{FFCCA95A-6217-44AF-8279-DB38BFB5EAD6}" dt="2024-07-03T13:58:51.194" v="459" actId="1036"/>
          <ac:spMkLst>
            <pc:docMk/>
            <pc:sldMk cId="286065243" sldId="256"/>
            <ac:spMk id="74" creationId="{05E94107-783D-765F-03A6-6CCC760F9566}"/>
          </ac:spMkLst>
        </pc:spChg>
        <pc:spChg chg="add del mod">
          <ac:chgData name="ROTA HUGO SI" userId="f084d78e-b525-4b91-8087-634c06aecf4c" providerId="ADAL" clId="{FFCCA95A-6217-44AF-8279-DB38BFB5EAD6}" dt="2024-07-03T13:57:56.590" v="396"/>
          <ac:spMkLst>
            <pc:docMk/>
            <pc:sldMk cId="286065243" sldId="256"/>
            <ac:spMk id="81" creationId="{E781E1D2-A0C9-429F-7DD8-80480150140F}"/>
          </ac:spMkLst>
        </pc:spChg>
        <pc:picChg chg="add mod">
          <ac:chgData name="ROTA HUGO SI" userId="f084d78e-b525-4b91-8087-634c06aecf4c" providerId="ADAL" clId="{FFCCA95A-6217-44AF-8279-DB38BFB5EAD6}" dt="2024-07-03T14:00:37.951" v="523" actId="1076"/>
          <ac:picMkLst>
            <pc:docMk/>
            <pc:sldMk cId="286065243" sldId="256"/>
            <ac:picMk id="5" creationId="{1917E866-12E2-E440-4FAB-D8DDF66AE5FD}"/>
          </ac:picMkLst>
        </pc:picChg>
        <pc:cxnChg chg="add mod">
          <ac:chgData name="ROTA HUGO SI" userId="f084d78e-b525-4b91-8087-634c06aecf4c" providerId="ADAL" clId="{FFCCA95A-6217-44AF-8279-DB38BFB5EAD6}" dt="2024-07-03T13:58:51.194" v="459" actId="1036"/>
          <ac:cxnSpMkLst>
            <pc:docMk/>
            <pc:sldMk cId="286065243" sldId="256"/>
            <ac:cxnSpMk id="8" creationId="{A1A1EFEA-240B-6172-DE4A-F4682E0920B5}"/>
          </ac:cxnSpMkLst>
        </pc:cxnChg>
        <pc:cxnChg chg="add mod">
          <ac:chgData name="ROTA HUGO SI" userId="f084d78e-b525-4b91-8087-634c06aecf4c" providerId="ADAL" clId="{FFCCA95A-6217-44AF-8279-DB38BFB5EAD6}" dt="2024-07-03T13:58:51.194" v="459" actId="1036"/>
          <ac:cxnSpMkLst>
            <pc:docMk/>
            <pc:sldMk cId="286065243" sldId="256"/>
            <ac:cxnSpMk id="9" creationId="{2672CEA5-B97D-55B6-E8DF-D13BC18FD03E}"/>
          </ac:cxnSpMkLst>
        </pc:cxnChg>
        <pc:cxnChg chg="add del mod">
          <ac:chgData name="ROTA HUGO SI" userId="f084d78e-b525-4b91-8087-634c06aecf4c" providerId="ADAL" clId="{FFCCA95A-6217-44AF-8279-DB38BFB5EAD6}" dt="2024-07-03T13:38:30.007" v="106"/>
          <ac:cxnSpMkLst>
            <pc:docMk/>
            <pc:sldMk cId="286065243" sldId="256"/>
            <ac:cxnSpMk id="16" creationId="{4408D6BC-C50E-48CD-774D-92CB06353270}"/>
          </ac:cxnSpMkLst>
        </pc:cxnChg>
        <pc:cxnChg chg="add mod">
          <ac:chgData name="ROTA HUGO SI" userId="f084d78e-b525-4b91-8087-634c06aecf4c" providerId="ADAL" clId="{FFCCA95A-6217-44AF-8279-DB38BFB5EAD6}" dt="2024-07-03T13:58:51.194" v="459" actId="1036"/>
          <ac:cxnSpMkLst>
            <pc:docMk/>
            <pc:sldMk cId="286065243" sldId="256"/>
            <ac:cxnSpMk id="17" creationId="{F6EA4945-2695-2AAE-1C90-92E85C66CBC2}"/>
          </ac:cxnSpMkLst>
        </pc:cxnChg>
        <pc:cxnChg chg="add del mod">
          <ac:chgData name="ROTA HUGO SI" userId="f084d78e-b525-4b91-8087-634c06aecf4c" providerId="ADAL" clId="{FFCCA95A-6217-44AF-8279-DB38BFB5EAD6}" dt="2024-07-03T13:39:49.026" v="118" actId="478"/>
          <ac:cxnSpMkLst>
            <pc:docMk/>
            <pc:sldMk cId="286065243" sldId="256"/>
            <ac:cxnSpMk id="20" creationId="{DC9FE56E-BBE7-7FC4-CA67-2148E3817685}"/>
          </ac:cxnSpMkLst>
        </pc:cxnChg>
        <pc:cxnChg chg="add mod">
          <ac:chgData name="ROTA HUGO SI" userId="f084d78e-b525-4b91-8087-634c06aecf4c" providerId="ADAL" clId="{FFCCA95A-6217-44AF-8279-DB38BFB5EAD6}" dt="2024-07-03T13:58:51.194" v="459" actId="1036"/>
          <ac:cxnSpMkLst>
            <pc:docMk/>
            <pc:sldMk cId="286065243" sldId="256"/>
            <ac:cxnSpMk id="24" creationId="{3E4E2DEE-EFD6-896E-3B20-2F20FDE0039A}"/>
          </ac:cxnSpMkLst>
        </pc:cxnChg>
        <pc:cxnChg chg="add mod">
          <ac:chgData name="ROTA HUGO SI" userId="f084d78e-b525-4b91-8087-634c06aecf4c" providerId="ADAL" clId="{FFCCA95A-6217-44AF-8279-DB38BFB5EAD6}" dt="2024-07-03T13:58:51.194" v="459" actId="1036"/>
          <ac:cxnSpMkLst>
            <pc:docMk/>
            <pc:sldMk cId="286065243" sldId="256"/>
            <ac:cxnSpMk id="26" creationId="{2FB02829-5835-F231-38CE-F5933F3A3537}"/>
          </ac:cxnSpMkLst>
        </pc:cxnChg>
        <pc:cxnChg chg="add mod">
          <ac:chgData name="ROTA HUGO SI" userId="f084d78e-b525-4b91-8087-634c06aecf4c" providerId="ADAL" clId="{FFCCA95A-6217-44AF-8279-DB38BFB5EAD6}" dt="2024-07-03T13:58:51.194" v="459" actId="1036"/>
          <ac:cxnSpMkLst>
            <pc:docMk/>
            <pc:sldMk cId="286065243" sldId="256"/>
            <ac:cxnSpMk id="27" creationId="{74C97B34-0996-C89D-A98E-067B87A8F70C}"/>
          </ac:cxnSpMkLst>
        </pc:cxnChg>
        <pc:cxnChg chg="add mod">
          <ac:chgData name="ROTA HUGO SI" userId="f084d78e-b525-4b91-8087-634c06aecf4c" providerId="ADAL" clId="{FFCCA95A-6217-44AF-8279-DB38BFB5EAD6}" dt="2024-07-03T14:00:23.864" v="520" actId="14100"/>
          <ac:cxnSpMkLst>
            <pc:docMk/>
            <pc:sldMk cId="286065243" sldId="256"/>
            <ac:cxnSpMk id="30" creationId="{6B18A793-4FCA-ECA6-92C4-83AEB0422DB7}"/>
          </ac:cxnSpMkLst>
        </pc:cxnChg>
        <pc:cxnChg chg="add mod">
          <ac:chgData name="ROTA HUGO SI" userId="f084d78e-b525-4b91-8087-634c06aecf4c" providerId="ADAL" clId="{FFCCA95A-6217-44AF-8279-DB38BFB5EAD6}" dt="2024-07-03T14:01:02.867" v="530" actId="1037"/>
          <ac:cxnSpMkLst>
            <pc:docMk/>
            <pc:sldMk cId="286065243" sldId="256"/>
            <ac:cxnSpMk id="31" creationId="{B009563E-C94E-1F22-8D3A-530066037C4A}"/>
          </ac:cxnSpMkLst>
        </pc:cxnChg>
        <pc:cxnChg chg="add mod">
          <ac:chgData name="ROTA HUGO SI" userId="f084d78e-b525-4b91-8087-634c06aecf4c" providerId="ADAL" clId="{FFCCA95A-6217-44AF-8279-DB38BFB5EAD6}" dt="2024-07-03T13:59:55.397" v="516" actId="14100"/>
          <ac:cxnSpMkLst>
            <pc:docMk/>
            <pc:sldMk cId="286065243" sldId="256"/>
            <ac:cxnSpMk id="35" creationId="{550AB126-E6A9-3AD7-6D43-27A598AA7F83}"/>
          </ac:cxnSpMkLst>
        </pc:cxnChg>
        <pc:cxnChg chg="add mod">
          <ac:chgData name="ROTA HUGO SI" userId="f084d78e-b525-4b91-8087-634c06aecf4c" providerId="ADAL" clId="{FFCCA95A-6217-44AF-8279-DB38BFB5EAD6}" dt="2024-07-03T14:01:08.602" v="531" actId="14100"/>
          <ac:cxnSpMkLst>
            <pc:docMk/>
            <pc:sldMk cId="286065243" sldId="256"/>
            <ac:cxnSpMk id="36" creationId="{58EE6D29-D922-97A0-A30D-B2E3EF149D4D}"/>
          </ac:cxnSpMkLst>
        </pc:cxnChg>
        <pc:cxnChg chg="add mod">
          <ac:chgData name="ROTA HUGO SI" userId="f084d78e-b525-4b91-8087-634c06aecf4c" providerId="ADAL" clId="{FFCCA95A-6217-44AF-8279-DB38BFB5EAD6}" dt="2024-07-03T13:59:55.397" v="516" actId="14100"/>
          <ac:cxnSpMkLst>
            <pc:docMk/>
            <pc:sldMk cId="286065243" sldId="256"/>
            <ac:cxnSpMk id="40" creationId="{39269874-1E0D-633F-7761-82EA1547D431}"/>
          </ac:cxnSpMkLst>
        </pc:cxnChg>
        <pc:cxnChg chg="add mod">
          <ac:chgData name="ROTA HUGO SI" userId="f084d78e-b525-4b91-8087-634c06aecf4c" providerId="ADAL" clId="{FFCCA95A-6217-44AF-8279-DB38BFB5EAD6}" dt="2024-07-03T14:01:15.627" v="532" actId="14100"/>
          <ac:cxnSpMkLst>
            <pc:docMk/>
            <pc:sldMk cId="286065243" sldId="256"/>
            <ac:cxnSpMk id="41" creationId="{6D685361-E585-BEF2-66AC-A5D06F1C5F45}"/>
          </ac:cxnSpMkLst>
        </pc:cxnChg>
        <pc:cxnChg chg="add mod">
          <ac:chgData name="ROTA HUGO SI" userId="f084d78e-b525-4b91-8087-634c06aecf4c" providerId="ADAL" clId="{FFCCA95A-6217-44AF-8279-DB38BFB5EAD6}" dt="2024-07-03T14:01:36.955" v="560" actId="14100"/>
          <ac:cxnSpMkLst>
            <pc:docMk/>
            <pc:sldMk cId="286065243" sldId="256"/>
            <ac:cxnSpMk id="45" creationId="{45821FEA-56F2-6C82-E662-CBF059FD4F01}"/>
          </ac:cxnSpMkLst>
        </pc:cxnChg>
        <pc:cxnChg chg="add mod">
          <ac:chgData name="ROTA HUGO SI" userId="f084d78e-b525-4b91-8087-634c06aecf4c" providerId="ADAL" clId="{FFCCA95A-6217-44AF-8279-DB38BFB5EAD6}" dt="2024-07-03T13:59:55.397" v="516" actId="14100"/>
          <ac:cxnSpMkLst>
            <pc:docMk/>
            <pc:sldMk cId="286065243" sldId="256"/>
            <ac:cxnSpMk id="48" creationId="{8AD53327-6FC7-58EC-E93F-0B1D0B0FCD19}"/>
          </ac:cxnSpMkLst>
        </pc:cxnChg>
        <pc:cxnChg chg="add mod">
          <ac:chgData name="ROTA HUGO SI" userId="f084d78e-b525-4b91-8087-634c06aecf4c" providerId="ADAL" clId="{FFCCA95A-6217-44AF-8279-DB38BFB5EAD6}" dt="2024-07-03T14:00:36.017" v="521" actId="14100"/>
          <ac:cxnSpMkLst>
            <pc:docMk/>
            <pc:sldMk cId="286065243" sldId="256"/>
            <ac:cxnSpMk id="49" creationId="{621BCD58-04C4-76AE-C132-EEE3F95EB95D}"/>
          </ac:cxnSpMkLst>
        </pc:cxnChg>
        <pc:cxnChg chg="add mod">
          <ac:chgData name="ROTA HUGO SI" userId="f084d78e-b525-4b91-8087-634c06aecf4c" providerId="ADAL" clId="{FFCCA95A-6217-44AF-8279-DB38BFB5EAD6}" dt="2024-07-03T13:59:55.397" v="516" actId="14100"/>
          <ac:cxnSpMkLst>
            <pc:docMk/>
            <pc:sldMk cId="286065243" sldId="256"/>
            <ac:cxnSpMk id="52" creationId="{03CC4954-05FD-B12C-95EC-67EE7E3D93EE}"/>
          </ac:cxnSpMkLst>
        </pc:cxnChg>
        <pc:cxnChg chg="add mod">
          <ac:chgData name="ROTA HUGO SI" userId="f084d78e-b525-4b91-8087-634c06aecf4c" providerId="ADAL" clId="{FFCCA95A-6217-44AF-8279-DB38BFB5EAD6}" dt="2024-07-03T14:00:51.835" v="527" actId="14100"/>
          <ac:cxnSpMkLst>
            <pc:docMk/>
            <pc:sldMk cId="286065243" sldId="256"/>
            <ac:cxnSpMk id="53" creationId="{F560EA38-2F19-ADF4-A428-1ADE64C1B89C}"/>
          </ac:cxnSpMkLst>
        </pc:cxnChg>
        <pc:cxnChg chg="add del mod">
          <ac:chgData name="ROTA HUGO SI" userId="f084d78e-b525-4b91-8087-634c06aecf4c" providerId="ADAL" clId="{FFCCA95A-6217-44AF-8279-DB38BFB5EAD6}" dt="2024-07-03T13:51:55.997" v="307"/>
          <ac:cxnSpMkLst>
            <pc:docMk/>
            <pc:sldMk cId="286065243" sldId="256"/>
            <ac:cxnSpMk id="63" creationId="{93A7B347-80EB-C3E3-1168-3EE2A1E4A0C8}"/>
          </ac:cxnSpMkLst>
        </pc:cxnChg>
        <pc:cxnChg chg="add del mod">
          <ac:chgData name="ROTA HUGO SI" userId="f084d78e-b525-4b91-8087-634c06aecf4c" providerId="ADAL" clId="{FFCCA95A-6217-44AF-8279-DB38BFB5EAD6}" dt="2024-07-03T13:51:55.997" v="307"/>
          <ac:cxnSpMkLst>
            <pc:docMk/>
            <pc:sldMk cId="286065243" sldId="256"/>
            <ac:cxnSpMk id="64" creationId="{6A2C0F77-2367-6A19-F37F-051FE220CFD2}"/>
          </ac:cxnSpMkLst>
        </pc:cxnChg>
        <pc:cxnChg chg="add mod">
          <ac:chgData name="ROTA HUGO SI" userId="f084d78e-b525-4b91-8087-634c06aecf4c" providerId="ADAL" clId="{FFCCA95A-6217-44AF-8279-DB38BFB5EAD6}" dt="2024-07-03T13:59:55.397" v="516" actId="14100"/>
          <ac:cxnSpMkLst>
            <pc:docMk/>
            <pc:sldMk cId="286065243" sldId="256"/>
            <ac:cxnSpMk id="66" creationId="{7A2281C1-7A9E-4230-852B-460E55D4B4E8}"/>
          </ac:cxnSpMkLst>
        </pc:cxnChg>
        <pc:cxnChg chg="add mod">
          <ac:chgData name="ROTA HUGO SI" userId="f084d78e-b525-4b91-8087-634c06aecf4c" providerId="ADAL" clId="{FFCCA95A-6217-44AF-8279-DB38BFB5EAD6}" dt="2024-07-03T14:00:45.747" v="524" actId="14100"/>
          <ac:cxnSpMkLst>
            <pc:docMk/>
            <pc:sldMk cId="286065243" sldId="256"/>
            <ac:cxnSpMk id="67" creationId="{E692012F-C1A5-9F2D-7FB2-A6F87BD01416}"/>
          </ac:cxnSpMkLst>
        </pc:cxnChg>
        <pc:cxnChg chg="add del mod">
          <ac:chgData name="ROTA HUGO SI" userId="f084d78e-b525-4b91-8087-634c06aecf4c" providerId="ADAL" clId="{FFCCA95A-6217-44AF-8279-DB38BFB5EAD6}" dt="2024-07-03T13:53:48.869" v="363"/>
          <ac:cxnSpMkLst>
            <pc:docMk/>
            <pc:sldMk cId="286065243" sldId="256"/>
            <ac:cxnSpMk id="72" creationId="{57959D7E-AED5-304B-EA23-07D8E3D7EBA6}"/>
          </ac:cxnSpMkLst>
        </pc:cxnChg>
        <pc:cxnChg chg="add del mod">
          <ac:chgData name="ROTA HUGO SI" userId="f084d78e-b525-4b91-8087-634c06aecf4c" providerId="ADAL" clId="{FFCCA95A-6217-44AF-8279-DB38BFB5EAD6}" dt="2024-07-03T13:53:48.869" v="363"/>
          <ac:cxnSpMkLst>
            <pc:docMk/>
            <pc:sldMk cId="286065243" sldId="256"/>
            <ac:cxnSpMk id="73" creationId="{E116CCE7-ABD9-54D7-CEE7-2D9C0D13FA0A}"/>
          </ac:cxnSpMkLst>
        </pc:cxnChg>
        <pc:cxnChg chg="add mod">
          <ac:chgData name="ROTA HUGO SI" userId="f084d78e-b525-4b91-8087-634c06aecf4c" providerId="ADAL" clId="{FFCCA95A-6217-44AF-8279-DB38BFB5EAD6}" dt="2024-07-03T13:58:51.194" v="459" actId="1036"/>
          <ac:cxnSpMkLst>
            <pc:docMk/>
            <pc:sldMk cId="286065243" sldId="256"/>
            <ac:cxnSpMk id="75" creationId="{8122097E-A97A-000C-75D5-1C66FD34E1A9}"/>
          </ac:cxnSpMkLst>
        </pc:cxnChg>
        <pc:cxnChg chg="add mod">
          <ac:chgData name="ROTA HUGO SI" userId="f084d78e-b525-4b91-8087-634c06aecf4c" providerId="ADAL" clId="{FFCCA95A-6217-44AF-8279-DB38BFB5EAD6}" dt="2024-07-03T13:58:51.194" v="459" actId="1036"/>
          <ac:cxnSpMkLst>
            <pc:docMk/>
            <pc:sldMk cId="286065243" sldId="256"/>
            <ac:cxnSpMk id="76" creationId="{AA67CBE6-0066-8A15-2326-AB4C8FC47633}"/>
          </ac:cxnSpMkLst>
        </pc:cxnChg>
        <pc:cxnChg chg="add del mod">
          <ac:chgData name="ROTA HUGO SI" userId="f084d78e-b525-4b91-8087-634c06aecf4c" providerId="ADAL" clId="{FFCCA95A-6217-44AF-8279-DB38BFB5EAD6}" dt="2024-07-03T13:57:56.590" v="396"/>
          <ac:cxnSpMkLst>
            <pc:docMk/>
            <pc:sldMk cId="286065243" sldId="256"/>
            <ac:cxnSpMk id="82" creationId="{B25C09A3-7F01-90B6-3106-F08907F66269}"/>
          </ac:cxnSpMkLst>
        </pc:cxnChg>
        <pc:cxnChg chg="add del mod">
          <ac:chgData name="ROTA HUGO SI" userId="f084d78e-b525-4b91-8087-634c06aecf4c" providerId="ADAL" clId="{FFCCA95A-6217-44AF-8279-DB38BFB5EAD6}" dt="2024-07-03T13:57:56.590" v="396"/>
          <ac:cxnSpMkLst>
            <pc:docMk/>
            <pc:sldMk cId="286065243" sldId="256"/>
            <ac:cxnSpMk id="83" creationId="{9A95CFD0-B601-10AC-F1FA-6EB540D7951F}"/>
          </ac:cxnSpMkLst>
        </pc:cxnChg>
      </pc:sldChg>
    </pc:docChg>
  </pc:docChgLst>
</pc:chgInfo>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Diapositive de titre">
    <p:spTree>
      <p:nvGrpSpPr>
        <p:cNvPr id="1" name=""/>
        <p:cNvGrpSpPr/>
        <p:nvPr/>
      </p:nvGrpSpPr>
      <p:grpSpPr>
        <a:xfrm>
          <a:off x="0" y="0"/>
          <a:ext cx="0" cy="0"/>
          <a:chOff x="0" y="0"/>
          <a:chExt cx="0" cy="0"/>
        </a:xfrm>
      </p:grpSpPr>
      <p:sp>
        <p:nvSpPr>
          <p:cNvPr id="3" name="Subtitle 2"/>
          <p:cNvSpPr>
            <a:spLocks noGrp="1"/>
          </p:cNvSpPr>
          <p:nvPr>
            <p:ph type="subTitle" idx="1"/>
          </p:nvPr>
        </p:nvSpPr>
        <p:spPr>
          <a:xfrm>
            <a:off x="1143000" y="3602038"/>
            <a:ext cx="6858000" cy="1655762"/>
          </a:xfrm>
          <a:prstGeom prst="rect">
            <a:avLst/>
          </a:prstGeo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fr-FR"/>
              <a:t>Modifiez le style des sous-titres du masque</a:t>
            </a:r>
            <a:endParaRPr lang="en-US" dirty="0"/>
          </a:p>
        </p:txBody>
      </p:sp>
      <p:sp>
        <p:nvSpPr>
          <p:cNvPr id="4" name="Date Placeholder 3"/>
          <p:cNvSpPr>
            <a:spLocks noGrp="1"/>
          </p:cNvSpPr>
          <p:nvPr>
            <p:ph type="dt" sz="half" idx="10"/>
          </p:nvPr>
        </p:nvSpPr>
        <p:spPr>
          <a:xfrm>
            <a:off x="628650" y="6356351"/>
            <a:ext cx="2057400" cy="365125"/>
          </a:xfrm>
          <a:prstGeom prst="rect">
            <a:avLst/>
          </a:prstGeom>
        </p:spPr>
        <p:txBody>
          <a:bodyPr/>
          <a:lstStyle/>
          <a:p>
            <a:fld id="{8FFDD2D0-3102-4FAB-9C45-7B2C5F10A4E6}" type="datetimeFigureOut">
              <a:rPr lang="fr-FR" smtClean="0"/>
              <a:t>03/07/2024</a:t>
            </a:fld>
            <a:endParaRPr lang="fr-FR"/>
          </a:p>
        </p:txBody>
      </p:sp>
    </p:spTree>
    <p:extLst>
      <p:ext uri="{BB962C8B-B14F-4D97-AF65-F5344CB8AC3E}">
        <p14:creationId xmlns:p14="http://schemas.microsoft.com/office/powerpoint/2010/main" val="258638389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re et contenu">
    <p:spTree>
      <p:nvGrpSpPr>
        <p:cNvPr id="1" name=""/>
        <p:cNvGrpSpPr/>
        <p:nvPr/>
      </p:nvGrpSpPr>
      <p:grpSpPr>
        <a:xfrm>
          <a:off x="0" y="0"/>
          <a:ext cx="0" cy="0"/>
          <a:chOff x="0" y="0"/>
          <a:chExt cx="0" cy="0"/>
        </a:xfrm>
      </p:grpSpPr>
      <p:sp>
        <p:nvSpPr>
          <p:cNvPr id="2" name="Title 1"/>
          <p:cNvSpPr>
            <a:spLocks noGrp="1"/>
          </p:cNvSpPr>
          <p:nvPr>
            <p:ph type="title"/>
          </p:nvPr>
        </p:nvSpPr>
        <p:spPr>
          <a:xfrm>
            <a:off x="628650" y="365126"/>
            <a:ext cx="7886700" cy="1325563"/>
          </a:xfrm>
          <a:prstGeom prst="rect">
            <a:avLst/>
          </a:prstGeom>
        </p:spPr>
        <p:txBody>
          <a:bodyPr/>
          <a:lstStyle/>
          <a:p>
            <a:r>
              <a:rPr lang="fr-FR"/>
              <a:t>Modifiez le style du titre</a:t>
            </a:r>
            <a:endParaRPr lang="en-US" dirty="0"/>
          </a:p>
        </p:txBody>
      </p:sp>
      <p:sp>
        <p:nvSpPr>
          <p:cNvPr id="3" name="Content Placeholder 2"/>
          <p:cNvSpPr>
            <a:spLocks noGrp="1"/>
          </p:cNvSpPr>
          <p:nvPr>
            <p:ph idx="1"/>
          </p:nvPr>
        </p:nvSpPr>
        <p:spPr>
          <a:xfrm>
            <a:off x="628650" y="1825625"/>
            <a:ext cx="7886700" cy="4351338"/>
          </a:xfrm>
          <a:prstGeom prst="rect">
            <a:avLst/>
          </a:prstGeom>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4" name="Date Placeholder 3"/>
          <p:cNvSpPr>
            <a:spLocks noGrp="1"/>
          </p:cNvSpPr>
          <p:nvPr>
            <p:ph type="dt" sz="half" idx="10"/>
          </p:nvPr>
        </p:nvSpPr>
        <p:spPr>
          <a:xfrm>
            <a:off x="628650" y="6356351"/>
            <a:ext cx="2057400" cy="365125"/>
          </a:xfrm>
          <a:prstGeom prst="rect">
            <a:avLst/>
          </a:prstGeom>
        </p:spPr>
        <p:txBody>
          <a:bodyPr/>
          <a:lstStyle/>
          <a:p>
            <a:fld id="{8FFDD2D0-3102-4FAB-9C45-7B2C5F10A4E6}" type="datetimeFigureOut">
              <a:rPr lang="fr-FR" smtClean="0"/>
              <a:t>03/07/2024</a:t>
            </a:fld>
            <a:endParaRPr lang="fr-FR"/>
          </a:p>
        </p:txBody>
      </p:sp>
      <p:sp>
        <p:nvSpPr>
          <p:cNvPr id="5" name="Footer Placeholder 4"/>
          <p:cNvSpPr>
            <a:spLocks noGrp="1"/>
          </p:cNvSpPr>
          <p:nvPr>
            <p:ph type="ftr" sz="quarter" idx="11"/>
          </p:nvPr>
        </p:nvSpPr>
        <p:spPr>
          <a:xfrm>
            <a:off x="3028950" y="6356351"/>
            <a:ext cx="3086100" cy="365125"/>
          </a:xfrm>
          <a:prstGeom prst="rect">
            <a:avLst/>
          </a:prstGeom>
        </p:spPr>
        <p:txBody>
          <a:bodyPr/>
          <a:lstStyle/>
          <a:p>
            <a:endParaRPr lang="fr-FR"/>
          </a:p>
        </p:txBody>
      </p:sp>
      <p:sp>
        <p:nvSpPr>
          <p:cNvPr id="6" name="Slide Number Placeholder 5"/>
          <p:cNvSpPr>
            <a:spLocks noGrp="1"/>
          </p:cNvSpPr>
          <p:nvPr>
            <p:ph type="sldNum" sz="quarter" idx="12"/>
          </p:nvPr>
        </p:nvSpPr>
        <p:spPr>
          <a:xfrm>
            <a:off x="6457950" y="6356351"/>
            <a:ext cx="2057400" cy="365125"/>
          </a:xfrm>
          <a:prstGeom prst="rect">
            <a:avLst/>
          </a:prstGeom>
        </p:spPr>
        <p:txBody>
          <a:bodyPr/>
          <a:lstStyle/>
          <a:p>
            <a:fld id="{FB597E74-A469-4327-9B08-B6D343FD165B}" type="slidenum">
              <a:rPr lang="fr-FR" smtClean="0"/>
              <a:t>‹N°›</a:t>
            </a:fld>
            <a:endParaRPr lang="fr-FR"/>
          </a:p>
        </p:txBody>
      </p:sp>
    </p:spTree>
    <p:extLst>
      <p:ext uri="{BB962C8B-B14F-4D97-AF65-F5344CB8AC3E}">
        <p14:creationId xmlns:p14="http://schemas.microsoft.com/office/powerpoint/2010/main" val="172639164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Titre de section">
    <p:spTree>
      <p:nvGrpSpPr>
        <p:cNvPr id="1" name=""/>
        <p:cNvGrpSpPr/>
        <p:nvPr/>
      </p:nvGrpSpPr>
      <p:grpSpPr>
        <a:xfrm>
          <a:off x="0" y="0"/>
          <a:ext cx="0" cy="0"/>
          <a:chOff x="0" y="0"/>
          <a:chExt cx="0" cy="0"/>
        </a:xfrm>
      </p:grpSpPr>
      <p:sp>
        <p:nvSpPr>
          <p:cNvPr id="2" name="Title 1"/>
          <p:cNvSpPr>
            <a:spLocks noGrp="1"/>
          </p:cNvSpPr>
          <p:nvPr>
            <p:ph type="title"/>
          </p:nvPr>
        </p:nvSpPr>
        <p:spPr>
          <a:xfrm>
            <a:off x="623888" y="1709739"/>
            <a:ext cx="7886700" cy="2852737"/>
          </a:xfrm>
          <a:prstGeom prst="rect">
            <a:avLst/>
          </a:prstGeom>
        </p:spPr>
        <p:txBody>
          <a:bodyPr anchor="b"/>
          <a:lstStyle>
            <a:lvl1pPr>
              <a:defRPr sz="6000"/>
            </a:lvl1pPr>
          </a:lstStyle>
          <a:p>
            <a:r>
              <a:rPr lang="fr-FR"/>
              <a:t>Modifiez le style du titre</a:t>
            </a:r>
            <a:endParaRPr lang="en-US" dirty="0"/>
          </a:p>
        </p:txBody>
      </p:sp>
      <p:sp>
        <p:nvSpPr>
          <p:cNvPr id="3" name="Text Placeholder 2"/>
          <p:cNvSpPr>
            <a:spLocks noGrp="1"/>
          </p:cNvSpPr>
          <p:nvPr>
            <p:ph type="body" idx="1"/>
          </p:nvPr>
        </p:nvSpPr>
        <p:spPr>
          <a:xfrm>
            <a:off x="623888" y="4589464"/>
            <a:ext cx="7886700" cy="1500187"/>
          </a:xfrm>
          <a:prstGeom prst="rect">
            <a:avLst/>
          </a:prstGeom>
        </p:spPr>
        <p:txBody>
          <a:bodyPr/>
          <a:lstStyle>
            <a:lvl1pPr marL="0" indent="0">
              <a:buNone/>
              <a:defRPr sz="2400">
                <a:solidFill>
                  <a:schemeClr val="tx1"/>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fr-FR"/>
              <a:t>Cliquez pour modifier les styles du texte du masque</a:t>
            </a:r>
          </a:p>
        </p:txBody>
      </p:sp>
      <p:sp>
        <p:nvSpPr>
          <p:cNvPr id="4" name="Date Placeholder 3"/>
          <p:cNvSpPr>
            <a:spLocks noGrp="1"/>
          </p:cNvSpPr>
          <p:nvPr>
            <p:ph type="dt" sz="half" idx="10"/>
          </p:nvPr>
        </p:nvSpPr>
        <p:spPr>
          <a:xfrm>
            <a:off x="628650" y="6356351"/>
            <a:ext cx="2057400" cy="365125"/>
          </a:xfrm>
          <a:prstGeom prst="rect">
            <a:avLst/>
          </a:prstGeom>
        </p:spPr>
        <p:txBody>
          <a:bodyPr/>
          <a:lstStyle/>
          <a:p>
            <a:fld id="{8FFDD2D0-3102-4FAB-9C45-7B2C5F10A4E6}" type="datetimeFigureOut">
              <a:rPr lang="fr-FR" smtClean="0"/>
              <a:t>03/07/2024</a:t>
            </a:fld>
            <a:endParaRPr lang="fr-FR"/>
          </a:p>
        </p:txBody>
      </p:sp>
      <p:sp>
        <p:nvSpPr>
          <p:cNvPr id="5" name="Footer Placeholder 4"/>
          <p:cNvSpPr>
            <a:spLocks noGrp="1"/>
          </p:cNvSpPr>
          <p:nvPr>
            <p:ph type="ftr" sz="quarter" idx="11"/>
          </p:nvPr>
        </p:nvSpPr>
        <p:spPr>
          <a:xfrm>
            <a:off x="3028950" y="6356351"/>
            <a:ext cx="3086100" cy="365125"/>
          </a:xfrm>
          <a:prstGeom prst="rect">
            <a:avLst/>
          </a:prstGeom>
        </p:spPr>
        <p:txBody>
          <a:bodyPr/>
          <a:lstStyle/>
          <a:p>
            <a:endParaRPr lang="fr-FR"/>
          </a:p>
        </p:txBody>
      </p:sp>
      <p:sp>
        <p:nvSpPr>
          <p:cNvPr id="6" name="Slide Number Placeholder 5"/>
          <p:cNvSpPr>
            <a:spLocks noGrp="1"/>
          </p:cNvSpPr>
          <p:nvPr>
            <p:ph type="sldNum" sz="quarter" idx="12"/>
          </p:nvPr>
        </p:nvSpPr>
        <p:spPr>
          <a:xfrm>
            <a:off x="6457950" y="6356351"/>
            <a:ext cx="2057400" cy="365125"/>
          </a:xfrm>
          <a:prstGeom prst="rect">
            <a:avLst/>
          </a:prstGeom>
        </p:spPr>
        <p:txBody>
          <a:bodyPr/>
          <a:lstStyle/>
          <a:p>
            <a:fld id="{FB597E74-A469-4327-9B08-B6D343FD165B}" type="slidenum">
              <a:rPr lang="fr-FR" smtClean="0"/>
              <a:t>‹N°›</a:t>
            </a:fld>
            <a:endParaRPr lang="fr-FR"/>
          </a:p>
        </p:txBody>
      </p:sp>
    </p:spTree>
    <p:extLst>
      <p:ext uri="{BB962C8B-B14F-4D97-AF65-F5344CB8AC3E}">
        <p14:creationId xmlns:p14="http://schemas.microsoft.com/office/powerpoint/2010/main" val="179109670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eux contenus">
    <p:spTree>
      <p:nvGrpSpPr>
        <p:cNvPr id="1" name=""/>
        <p:cNvGrpSpPr/>
        <p:nvPr/>
      </p:nvGrpSpPr>
      <p:grpSpPr>
        <a:xfrm>
          <a:off x="0" y="0"/>
          <a:ext cx="0" cy="0"/>
          <a:chOff x="0" y="0"/>
          <a:chExt cx="0" cy="0"/>
        </a:xfrm>
      </p:grpSpPr>
      <p:sp>
        <p:nvSpPr>
          <p:cNvPr id="2" name="Title 1"/>
          <p:cNvSpPr>
            <a:spLocks noGrp="1"/>
          </p:cNvSpPr>
          <p:nvPr>
            <p:ph type="title"/>
          </p:nvPr>
        </p:nvSpPr>
        <p:spPr>
          <a:xfrm>
            <a:off x="628650" y="365126"/>
            <a:ext cx="7886700" cy="1325563"/>
          </a:xfrm>
          <a:prstGeom prst="rect">
            <a:avLst/>
          </a:prstGeom>
        </p:spPr>
        <p:txBody>
          <a:bodyPr/>
          <a:lstStyle/>
          <a:p>
            <a:r>
              <a:rPr lang="fr-FR"/>
              <a:t>Modifiez le style du titre</a:t>
            </a:r>
            <a:endParaRPr lang="en-US" dirty="0"/>
          </a:p>
        </p:txBody>
      </p:sp>
      <p:sp>
        <p:nvSpPr>
          <p:cNvPr id="3" name="Content Placeholder 2"/>
          <p:cNvSpPr>
            <a:spLocks noGrp="1"/>
          </p:cNvSpPr>
          <p:nvPr>
            <p:ph sz="half" idx="1"/>
          </p:nvPr>
        </p:nvSpPr>
        <p:spPr>
          <a:xfrm>
            <a:off x="628650" y="1825625"/>
            <a:ext cx="3886200" cy="4351338"/>
          </a:xfrm>
          <a:prstGeom prst="rect">
            <a:avLst/>
          </a:prstGeom>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4" name="Content Placeholder 3"/>
          <p:cNvSpPr>
            <a:spLocks noGrp="1"/>
          </p:cNvSpPr>
          <p:nvPr>
            <p:ph sz="half" idx="2"/>
          </p:nvPr>
        </p:nvSpPr>
        <p:spPr>
          <a:xfrm>
            <a:off x="4629150" y="1825625"/>
            <a:ext cx="3886200" cy="4351338"/>
          </a:xfrm>
          <a:prstGeom prst="rect">
            <a:avLst/>
          </a:prstGeom>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5" name="Date Placeholder 4"/>
          <p:cNvSpPr>
            <a:spLocks noGrp="1"/>
          </p:cNvSpPr>
          <p:nvPr>
            <p:ph type="dt" sz="half" idx="10"/>
          </p:nvPr>
        </p:nvSpPr>
        <p:spPr>
          <a:xfrm>
            <a:off x="628650" y="6356351"/>
            <a:ext cx="2057400" cy="365125"/>
          </a:xfrm>
          <a:prstGeom prst="rect">
            <a:avLst/>
          </a:prstGeom>
        </p:spPr>
        <p:txBody>
          <a:bodyPr/>
          <a:lstStyle/>
          <a:p>
            <a:fld id="{8FFDD2D0-3102-4FAB-9C45-7B2C5F10A4E6}" type="datetimeFigureOut">
              <a:rPr lang="fr-FR" smtClean="0"/>
              <a:t>03/07/2024</a:t>
            </a:fld>
            <a:endParaRPr lang="fr-FR"/>
          </a:p>
        </p:txBody>
      </p:sp>
      <p:sp>
        <p:nvSpPr>
          <p:cNvPr id="6" name="Footer Placeholder 5"/>
          <p:cNvSpPr>
            <a:spLocks noGrp="1"/>
          </p:cNvSpPr>
          <p:nvPr>
            <p:ph type="ftr" sz="quarter" idx="11"/>
          </p:nvPr>
        </p:nvSpPr>
        <p:spPr>
          <a:xfrm>
            <a:off x="3028950" y="6356351"/>
            <a:ext cx="3086100" cy="365125"/>
          </a:xfrm>
          <a:prstGeom prst="rect">
            <a:avLst/>
          </a:prstGeom>
        </p:spPr>
        <p:txBody>
          <a:bodyPr/>
          <a:lstStyle/>
          <a:p>
            <a:endParaRPr lang="fr-FR"/>
          </a:p>
        </p:txBody>
      </p:sp>
      <p:sp>
        <p:nvSpPr>
          <p:cNvPr id="7" name="Slide Number Placeholder 6"/>
          <p:cNvSpPr>
            <a:spLocks noGrp="1"/>
          </p:cNvSpPr>
          <p:nvPr>
            <p:ph type="sldNum" sz="quarter" idx="12"/>
          </p:nvPr>
        </p:nvSpPr>
        <p:spPr>
          <a:xfrm>
            <a:off x="6457950" y="6356351"/>
            <a:ext cx="2057400" cy="365125"/>
          </a:xfrm>
          <a:prstGeom prst="rect">
            <a:avLst/>
          </a:prstGeom>
        </p:spPr>
        <p:txBody>
          <a:bodyPr/>
          <a:lstStyle/>
          <a:p>
            <a:fld id="{FB597E74-A469-4327-9B08-B6D343FD165B}" type="slidenum">
              <a:rPr lang="fr-FR" smtClean="0"/>
              <a:t>‹N°›</a:t>
            </a:fld>
            <a:endParaRPr lang="fr-FR"/>
          </a:p>
        </p:txBody>
      </p:sp>
    </p:spTree>
    <p:extLst>
      <p:ext uri="{BB962C8B-B14F-4D97-AF65-F5344CB8AC3E}">
        <p14:creationId xmlns:p14="http://schemas.microsoft.com/office/powerpoint/2010/main" val="206435406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aison">
    <p:spTree>
      <p:nvGrpSpPr>
        <p:cNvPr id="1" name=""/>
        <p:cNvGrpSpPr/>
        <p:nvPr/>
      </p:nvGrpSpPr>
      <p:grpSpPr>
        <a:xfrm>
          <a:off x="0" y="0"/>
          <a:ext cx="0" cy="0"/>
          <a:chOff x="0" y="0"/>
          <a:chExt cx="0" cy="0"/>
        </a:xfrm>
      </p:grpSpPr>
      <p:sp>
        <p:nvSpPr>
          <p:cNvPr id="2" name="Title 1"/>
          <p:cNvSpPr>
            <a:spLocks noGrp="1"/>
          </p:cNvSpPr>
          <p:nvPr>
            <p:ph type="title"/>
          </p:nvPr>
        </p:nvSpPr>
        <p:spPr>
          <a:xfrm>
            <a:off x="629841" y="365126"/>
            <a:ext cx="7886700" cy="1325563"/>
          </a:xfrm>
          <a:prstGeom prst="rect">
            <a:avLst/>
          </a:prstGeom>
        </p:spPr>
        <p:txBody>
          <a:bodyPr/>
          <a:lstStyle/>
          <a:p>
            <a:r>
              <a:rPr lang="fr-FR"/>
              <a:t>Modifiez le style du titre</a:t>
            </a:r>
            <a:endParaRPr lang="en-US" dirty="0"/>
          </a:p>
        </p:txBody>
      </p:sp>
      <p:sp>
        <p:nvSpPr>
          <p:cNvPr id="3" name="Text Placeholder 2"/>
          <p:cNvSpPr>
            <a:spLocks noGrp="1"/>
          </p:cNvSpPr>
          <p:nvPr>
            <p:ph type="body" idx="1"/>
          </p:nvPr>
        </p:nvSpPr>
        <p:spPr>
          <a:xfrm>
            <a:off x="629842" y="1681163"/>
            <a:ext cx="3868340" cy="823912"/>
          </a:xfrm>
          <a:prstGeom prst="rect">
            <a:avLst/>
          </a:prstGeo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fr-FR"/>
              <a:t>Cliquez pour modifier les styles du texte du masque</a:t>
            </a:r>
          </a:p>
        </p:txBody>
      </p:sp>
      <p:sp>
        <p:nvSpPr>
          <p:cNvPr id="4" name="Content Placeholder 3"/>
          <p:cNvSpPr>
            <a:spLocks noGrp="1"/>
          </p:cNvSpPr>
          <p:nvPr>
            <p:ph sz="half" idx="2"/>
          </p:nvPr>
        </p:nvSpPr>
        <p:spPr>
          <a:xfrm>
            <a:off x="629842" y="2505075"/>
            <a:ext cx="3868340" cy="3684588"/>
          </a:xfrm>
          <a:prstGeom prst="rect">
            <a:avLst/>
          </a:prstGeom>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5" name="Text Placeholder 4"/>
          <p:cNvSpPr>
            <a:spLocks noGrp="1"/>
          </p:cNvSpPr>
          <p:nvPr>
            <p:ph type="body" sz="quarter" idx="3"/>
          </p:nvPr>
        </p:nvSpPr>
        <p:spPr>
          <a:xfrm>
            <a:off x="4629150" y="1681163"/>
            <a:ext cx="3887391" cy="823912"/>
          </a:xfrm>
          <a:prstGeom prst="rect">
            <a:avLst/>
          </a:prstGeo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fr-FR"/>
              <a:t>Cliquez pour modifier les styles du texte du masque</a:t>
            </a:r>
          </a:p>
        </p:txBody>
      </p:sp>
      <p:sp>
        <p:nvSpPr>
          <p:cNvPr id="6" name="Content Placeholder 5"/>
          <p:cNvSpPr>
            <a:spLocks noGrp="1"/>
          </p:cNvSpPr>
          <p:nvPr>
            <p:ph sz="quarter" idx="4"/>
          </p:nvPr>
        </p:nvSpPr>
        <p:spPr>
          <a:xfrm>
            <a:off x="4629150" y="2505075"/>
            <a:ext cx="3887391" cy="3684588"/>
          </a:xfrm>
          <a:prstGeom prst="rect">
            <a:avLst/>
          </a:prstGeom>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7" name="Date Placeholder 6"/>
          <p:cNvSpPr>
            <a:spLocks noGrp="1"/>
          </p:cNvSpPr>
          <p:nvPr>
            <p:ph type="dt" sz="half" idx="10"/>
          </p:nvPr>
        </p:nvSpPr>
        <p:spPr>
          <a:xfrm>
            <a:off x="628650" y="6356351"/>
            <a:ext cx="2057400" cy="365125"/>
          </a:xfrm>
          <a:prstGeom prst="rect">
            <a:avLst/>
          </a:prstGeom>
        </p:spPr>
        <p:txBody>
          <a:bodyPr/>
          <a:lstStyle/>
          <a:p>
            <a:fld id="{8FFDD2D0-3102-4FAB-9C45-7B2C5F10A4E6}" type="datetimeFigureOut">
              <a:rPr lang="fr-FR" smtClean="0"/>
              <a:t>03/07/2024</a:t>
            </a:fld>
            <a:endParaRPr lang="fr-FR"/>
          </a:p>
        </p:txBody>
      </p:sp>
      <p:sp>
        <p:nvSpPr>
          <p:cNvPr id="8" name="Footer Placeholder 7"/>
          <p:cNvSpPr>
            <a:spLocks noGrp="1"/>
          </p:cNvSpPr>
          <p:nvPr>
            <p:ph type="ftr" sz="quarter" idx="11"/>
          </p:nvPr>
        </p:nvSpPr>
        <p:spPr>
          <a:xfrm>
            <a:off x="3028950" y="6356351"/>
            <a:ext cx="3086100" cy="365125"/>
          </a:xfrm>
          <a:prstGeom prst="rect">
            <a:avLst/>
          </a:prstGeom>
        </p:spPr>
        <p:txBody>
          <a:bodyPr/>
          <a:lstStyle/>
          <a:p>
            <a:endParaRPr lang="fr-FR"/>
          </a:p>
        </p:txBody>
      </p:sp>
      <p:sp>
        <p:nvSpPr>
          <p:cNvPr id="9" name="Slide Number Placeholder 8"/>
          <p:cNvSpPr>
            <a:spLocks noGrp="1"/>
          </p:cNvSpPr>
          <p:nvPr>
            <p:ph type="sldNum" sz="quarter" idx="12"/>
          </p:nvPr>
        </p:nvSpPr>
        <p:spPr>
          <a:xfrm>
            <a:off x="6457950" y="6356351"/>
            <a:ext cx="2057400" cy="365125"/>
          </a:xfrm>
          <a:prstGeom prst="rect">
            <a:avLst/>
          </a:prstGeom>
        </p:spPr>
        <p:txBody>
          <a:bodyPr/>
          <a:lstStyle/>
          <a:p>
            <a:fld id="{FB597E74-A469-4327-9B08-B6D343FD165B}" type="slidenum">
              <a:rPr lang="fr-FR" smtClean="0"/>
              <a:t>‹N°›</a:t>
            </a:fld>
            <a:endParaRPr lang="fr-FR"/>
          </a:p>
        </p:txBody>
      </p:sp>
    </p:spTree>
    <p:extLst>
      <p:ext uri="{BB962C8B-B14F-4D97-AF65-F5344CB8AC3E}">
        <p14:creationId xmlns:p14="http://schemas.microsoft.com/office/powerpoint/2010/main" val="257754745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re seul">
    <p:spTree>
      <p:nvGrpSpPr>
        <p:cNvPr id="1" name=""/>
        <p:cNvGrpSpPr/>
        <p:nvPr/>
      </p:nvGrpSpPr>
      <p:grpSpPr>
        <a:xfrm>
          <a:off x="0" y="0"/>
          <a:ext cx="0" cy="0"/>
          <a:chOff x="0" y="0"/>
          <a:chExt cx="0" cy="0"/>
        </a:xfrm>
      </p:grpSpPr>
      <p:sp>
        <p:nvSpPr>
          <p:cNvPr id="2" name="Title 1"/>
          <p:cNvSpPr>
            <a:spLocks noGrp="1"/>
          </p:cNvSpPr>
          <p:nvPr>
            <p:ph type="title"/>
          </p:nvPr>
        </p:nvSpPr>
        <p:spPr>
          <a:xfrm>
            <a:off x="628650" y="365126"/>
            <a:ext cx="7886700" cy="1325563"/>
          </a:xfrm>
          <a:prstGeom prst="rect">
            <a:avLst/>
          </a:prstGeom>
        </p:spPr>
        <p:txBody>
          <a:bodyPr/>
          <a:lstStyle/>
          <a:p>
            <a:r>
              <a:rPr lang="fr-FR"/>
              <a:t>Modifiez le style du titre</a:t>
            </a:r>
            <a:endParaRPr lang="en-US" dirty="0"/>
          </a:p>
        </p:txBody>
      </p:sp>
      <p:sp>
        <p:nvSpPr>
          <p:cNvPr id="3" name="Date Placeholder 2"/>
          <p:cNvSpPr>
            <a:spLocks noGrp="1"/>
          </p:cNvSpPr>
          <p:nvPr>
            <p:ph type="dt" sz="half" idx="10"/>
          </p:nvPr>
        </p:nvSpPr>
        <p:spPr>
          <a:xfrm>
            <a:off x="628650" y="6356351"/>
            <a:ext cx="2057400" cy="365125"/>
          </a:xfrm>
          <a:prstGeom prst="rect">
            <a:avLst/>
          </a:prstGeom>
        </p:spPr>
        <p:txBody>
          <a:bodyPr/>
          <a:lstStyle/>
          <a:p>
            <a:fld id="{8FFDD2D0-3102-4FAB-9C45-7B2C5F10A4E6}" type="datetimeFigureOut">
              <a:rPr lang="fr-FR" smtClean="0"/>
              <a:t>03/07/2024</a:t>
            </a:fld>
            <a:endParaRPr lang="fr-FR"/>
          </a:p>
        </p:txBody>
      </p:sp>
      <p:sp>
        <p:nvSpPr>
          <p:cNvPr id="4" name="Footer Placeholder 3"/>
          <p:cNvSpPr>
            <a:spLocks noGrp="1"/>
          </p:cNvSpPr>
          <p:nvPr>
            <p:ph type="ftr" sz="quarter" idx="11"/>
          </p:nvPr>
        </p:nvSpPr>
        <p:spPr>
          <a:xfrm>
            <a:off x="3028950" y="6356351"/>
            <a:ext cx="3086100" cy="365125"/>
          </a:xfrm>
          <a:prstGeom prst="rect">
            <a:avLst/>
          </a:prstGeom>
        </p:spPr>
        <p:txBody>
          <a:bodyPr/>
          <a:lstStyle/>
          <a:p>
            <a:endParaRPr lang="fr-FR"/>
          </a:p>
        </p:txBody>
      </p:sp>
      <p:sp>
        <p:nvSpPr>
          <p:cNvPr id="5" name="Slide Number Placeholder 4"/>
          <p:cNvSpPr>
            <a:spLocks noGrp="1"/>
          </p:cNvSpPr>
          <p:nvPr>
            <p:ph type="sldNum" sz="quarter" idx="12"/>
          </p:nvPr>
        </p:nvSpPr>
        <p:spPr>
          <a:xfrm>
            <a:off x="6457950" y="6356351"/>
            <a:ext cx="2057400" cy="365125"/>
          </a:xfrm>
          <a:prstGeom prst="rect">
            <a:avLst/>
          </a:prstGeom>
        </p:spPr>
        <p:txBody>
          <a:bodyPr/>
          <a:lstStyle/>
          <a:p>
            <a:fld id="{FB597E74-A469-4327-9B08-B6D343FD165B}" type="slidenum">
              <a:rPr lang="fr-FR" smtClean="0"/>
              <a:t>‹N°›</a:t>
            </a:fld>
            <a:endParaRPr lang="fr-FR"/>
          </a:p>
        </p:txBody>
      </p:sp>
    </p:spTree>
    <p:extLst>
      <p:ext uri="{BB962C8B-B14F-4D97-AF65-F5344CB8AC3E}">
        <p14:creationId xmlns:p14="http://schemas.microsoft.com/office/powerpoint/2010/main" val="101827408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Vide">
    <p:spTree>
      <p:nvGrpSpPr>
        <p:cNvPr id="1" name=""/>
        <p:cNvGrpSpPr/>
        <p:nvPr/>
      </p:nvGrpSpPr>
      <p:grpSpPr>
        <a:xfrm>
          <a:off x="0" y="0"/>
          <a:ext cx="0" cy="0"/>
          <a:chOff x="0" y="0"/>
          <a:chExt cx="0" cy="0"/>
        </a:xfrm>
      </p:grpSpPr>
      <p:sp>
        <p:nvSpPr>
          <p:cNvPr id="2" name="Date Placeholder 1"/>
          <p:cNvSpPr>
            <a:spLocks noGrp="1"/>
          </p:cNvSpPr>
          <p:nvPr>
            <p:ph type="dt" sz="half" idx="10"/>
          </p:nvPr>
        </p:nvSpPr>
        <p:spPr>
          <a:xfrm>
            <a:off x="628650" y="6356351"/>
            <a:ext cx="2057400" cy="365125"/>
          </a:xfrm>
          <a:prstGeom prst="rect">
            <a:avLst/>
          </a:prstGeom>
        </p:spPr>
        <p:txBody>
          <a:bodyPr/>
          <a:lstStyle/>
          <a:p>
            <a:fld id="{8FFDD2D0-3102-4FAB-9C45-7B2C5F10A4E6}" type="datetimeFigureOut">
              <a:rPr lang="fr-FR" smtClean="0"/>
              <a:t>03/07/2024</a:t>
            </a:fld>
            <a:endParaRPr lang="fr-FR"/>
          </a:p>
        </p:txBody>
      </p:sp>
      <p:sp>
        <p:nvSpPr>
          <p:cNvPr id="3" name="Footer Placeholder 2"/>
          <p:cNvSpPr>
            <a:spLocks noGrp="1"/>
          </p:cNvSpPr>
          <p:nvPr>
            <p:ph type="ftr" sz="quarter" idx="11"/>
          </p:nvPr>
        </p:nvSpPr>
        <p:spPr>
          <a:xfrm>
            <a:off x="3028950" y="6356351"/>
            <a:ext cx="3086100" cy="365125"/>
          </a:xfrm>
          <a:prstGeom prst="rect">
            <a:avLst/>
          </a:prstGeom>
        </p:spPr>
        <p:txBody>
          <a:bodyPr/>
          <a:lstStyle/>
          <a:p>
            <a:endParaRPr lang="fr-FR"/>
          </a:p>
        </p:txBody>
      </p:sp>
      <p:sp>
        <p:nvSpPr>
          <p:cNvPr id="4" name="Slide Number Placeholder 3"/>
          <p:cNvSpPr>
            <a:spLocks noGrp="1"/>
          </p:cNvSpPr>
          <p:nvPr>
            <p:ph type="sldNum" sz="quarter" idx="12"/>
          </p:nvPr>
        </p:nvSpPr>
        <p:spPr>
          <a:xfrm>
            <a:off x="6457950" y="6356351"/>
            <a:ext cx="2057400" cy="365125"/>
          </a:xfrm>
          <a:prstGeom prst="rect">
            <a:avLst/>
          </a:prstGeom>
        </p:spPr>
        <p:txBody>
          <a:bodyPr/>
          <a:lstStyle/>
          <a:p>
            <a:fld id="{FB597E74-A469-4327-9B08-B6D343FD165B}" type="slidenum">
              <a:rPr lang="fr-FR" smtClean="0"/>
              <a:t>‹N°›</a:t>
            </a:fld>
            <a:endParaRPr lang="fr-FR"/>
          </a:p>
        </p:txBody>
      </p:sp>
    </p:spTree>
    <p:extLst>
      <p:ext uri="{BB962C8B-B14F-4D97-AF65-F5344CB8AC3E}">
        <p14:creationId xmlns:p14="http://schemas.microsoft.com/office/powerpoint/2010/main" val="427285600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u avec légende">
    <p:spTree>
      <p:nvGrpSpPr>
        <p:cNvPr id="1" name=""/>
        <p:cNvGrpSpPr/>
        <p:nvPr/>
      </p:nvGrpSpPr>
      <p:grpSpPr>
        <a:xfrm>
          <a:off x="0" y="0"/>
          <a:ext cx="0" cy="0"/>
          <a:chOff x="0" y="0"/>
          <a:chExt cx="0" cy="0"/>
        </a:xfrm>
      </p:grpSpPr>
      <p:sp>
        <p:nvSpPr>
          <p:cNvPr id="2" name="Title 1"/>
          <p:cNvSpPr>
            <a:spLocks noGrp="1"/>
          </p:cNvSpPr>
          <p:nvPr>
            <p:ph type="title"/>
          </p:nvPr>
        </p:nvSpPr>
        <p:spPr>
          <a:xfrm>
            <a:off x="629841" y="457200"/>
            <a:ext cx="2949178" cy="1600200"/>
          </a:xfrm>
          <a:prstGeom prst="rect">
            <a:avLst/>
          </a:prstGeom>
        </p:spPr>
        <p:txBody>
          <a:bodyPr anchor="b"/>
          <a:lstStyle>
            <a:lvl1pPr>
              <a:defRPr sz="3200"/>
            </a:lvl1pPr>
          </a:lstStyle>
          <a:p>
            <a:r>
              <a:rPr lang="fr-FR"/>
              <a:t>Modifiez le style du titre</a:t>
            </a:r>
            <a:endParaRPr lang="en-US" dirty="0"/>
          </a:p>
        </p:txBody>
      </p:sp>
      <p:sp>
        <p:nvSpPr>
          <p:cNvPr id="3" name="Content Placeholder 2"/>
          <p:cNvSpPr>
            <a:spLocks noGrp="1"/>
          </p:cNvSpPr>
          <p:nvPr>
            <p:ph idx="1"/>
          </p:nvPr>
        </p:nvSpPr>
        <p:spPr>
          <a:xfrm>
            <a:off x="3887391" y="987426"/>
            <a:ext cx="4629150" cy="4873625"/>
          </a:xfrm>
          <a:prstGeom prst="rect">
            <a:avLst/>
          </a:prstGeo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4" name="Text Placeholder 3"/>
          <p:cNvSpPr>
            <a:spLocks noGrp="1"/>
          </p:cNvSpPr>
          <p:nvPr>
            <p:ph type="body" sz="half" idx="2"/>
          </p:nvPr>
        </p:nvSpPr>
        <p:spPr>
          <a:xfrm>
            <a:off x="629841" y="2057400"/>
            <a:ext cx="2949178" cy="3811588"/>
          </a:xfrm>
          <a:prstGeom prst="rect">
            <a:avLst/>
          </a:prstGeo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fr-FR"/>
              <a:t>Cliquez pour modifier les styles du texte du masque</a:t>
            </a:r>
          </a:p>
        </p:txBody>
      </p:sp>
      <p:sp>
        <p:nvSpPr>
          <p:cNvPr id="5" name="Date Placeholder 4"/>
          <p:cNvSpPr>
            <a:spLocks noGrp="1"/>
          </p:cNvSpPr>
          <p:nvPr>
            <p:ph type="dt" sz="half" idx="10"/>
          </p:nvPr>
        </p:nvSpPr>
        <p:spPr>
          <a:xfrm>
            <a:off x="628650" y="6356351"/>
            <a:ext cx="2057400" cy="365125"/>
          </a:xfrm>
          <a:prstGeom prst="rect">
            <a:avLst/>
          </a:prstGeom>
        </p:spPr>
        <p:txBody>
          <a:bodyPr/>
          <a:lstStyle/>
          <a:p>
            <a:fld id="{8FFDD2D0-3102-4FAB-9C45-7B2C5F10A4E6}" type="datetimeFigureOut">
              <a:rPr lang="fr-FR" smtClean="0"/>
              <a:t>03/07/2024</a:t>
            </a:fld>
            <a:endParaRPr lang="fr-FR"/>
          </a:p>
        </p:txBody>
      </p:sp>
      <p:sp>
        <p:nvSpPr>
          <p:cNvPr id="6" name="Footer Placeholder 5"/>
          <p:cNvSpPr>
            <a:spLocks noGrp="1"/>
          </p:cNvSpPr>
          <p:nvPr>
            <p:ph type="ftr" sz="quarter" idx="11"/>
          </p:nvPr>
        </p:nvSpPr>
        <p:spPr>
          <a:xfrm>
            <a:off x="3028950" y="6356351"/>
            <a:ext cx="3086100" cy="365125"/>
          </a:xfrm>
          <a:prstGeom prst="rect">
            <a:avLst/>
          </a:prstGeom>
        </p:spPr>
        <p:txBody>
          <a:bodyPr/>
          <a:lstStyle/>
          <a:p>
            <a:endParaRPr lang="fr-FR"/>
          </a:p>
        </p:txBody>
      </p:sp>
      <p:sp>
        <p:nvSpPr>
          <p:cNvPr id="7" name="Slide Number Placeholder 6"/>
          <p:cNvSpPr>
            <a:spLocks noGrp="1"/>
          </p:cNvSpPr>
          <p:nvPr>
            <p:ph type="sldNum" sz="quarter" idx="12"/>
          </p:nvPr>
        </p:nvSpPr>
        <p:spPr>
          <a:xfrm>
            <a:off x="6457950" y="6356351"/>
            <a:ext cx="2057400" cy="365125"/>
          </a:xfrm>
          <a:prstGeom prst="rect">
            <a:avLst/>
          </a:prstGeom>
        </p:spPr>
        <p:txBody>
          <a:bodyPr/>
          <a:lstStyle/>
          <a:p>
            <a:fld id="{FB597E74-A469-4327-9B08-B6D343FD165B}" type="slidenum">
              <a:rPr lang="fr-FR" smtClean="0"/>
              <a:t>‹N°›</a:t>
            </a:fld>
            <a:endParaRPr lang="fr-FR"/>
          </a:p>
        </p:txBody>
      </p:sp>
    </p:spTree>
    <p:extLst>
      <p:ext uri="{BB962C8B-B14F-4D97-AF65-F5344CB8AC3E}">
        <p14:creationId xmlns:p14="http://schemas.microsoft.com/office/powerpoint/2010/main" val="56170027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age avec légende">
    <p:spTree>
      <p:nvGrpSpPr>
        <p:cNvPr id="1" name=""/>
        <p:cNvGrpSpPr/>
        <p:nvPr/>
      </p:nvGrpSpPr>
      <p:grpSpPr>
        <a:xfrm>
          <a:off x="0" y="0"/>
          <a:ext cx="0" cy="0"/>
          <a:chOff x="0" y="0"/>
          <a:chExt cx="0" cy="0"/>
        </a:xfrm>
      </p:grpSpPr>
      <p:sp>
        <p:nvSpPr>
          <p:cNvPr id="2" name="Title 1"/>
          <p:cNvSpPr>
            <a:spLocks noGrp="1"/>
          </p:cNvSpPr>
          <p:nvPr>
            <p:ph type="title"/>
          </p:nvPr>
        </p:nvSpPr>
        <p:spPr>
          <a:xfrm>
            <a:off x="629841" y="457200"/>
            <a:ext cx="2949178" cy="1600200"/>
          </a:xfrm>
          <a:prstGeom prst="rect">
            <a:avLst/>
          </a:prstGeom>
        </p:spPr>
        <p:txBody>
          <a:bodyPr anchor="b"/>
          <a:lstStyle>
            <a:lvl1pPr>
              <a:defRPr sz="3200"/>
            </a:lvl1pPr>
          </a:lstStyle>
          <a:p>
            <a:r>
              <a:rPr lang="fr-FR"/>
              <a:t>Modifiez le style du titre</a:t>
            </a:r>
            <a:endParaRPr lang="en-US" dirty="0"/>
          </a:p>
        </p:txBody>
      </p:sp>
      <p:sp>
        <p:nvSpPr>
          <p:cNvPr id="3" name="Picture Placeholder 2"/>
          <p:cNvSpPr>
            <a:spLocks noGrp="1" noChangeAspect="1"/>
          </p:cNvSpPr>
          <p:nvPr>
            <p:ph type="pic" idx="1"/>
          </p:nvPr>
        </p:nvSpPr>
        <p:spPr>
          <a:xfrm>
            <a:off x="3887391" y="987426"/>
            <a:ext cx="4629150" cy="4873625"/>
          </a:xfrm>
          <a:prstGeom prst="rect">
            <a:avLst/>
          </a:prstGeo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fr-FR"/>
              <a:t>Cliquez sur l'icône pour ajouter une image</a:t>
            </a:r>
            <a:endParaRPr lang="en-US" dirty="0"/>
          </a:p>
        </p:txBody>
      </p:sp>
      <p:sp>
        <p:nvSpPr>
          <p:cNvPr id="4" name="Text Placeholder 3"/>
          <p:cNvSpPr>
            <a:spLocks noGrp="1"/>
          </p:cNvSpPr>
          <p:nvPr>
            <p:ph type="body" sz="half" idx="2"/>
          </p:nvPr>
        </p:nvSpPr>
        <p:spPr>
          <a:xfrm>
            <a:off x="629841" y="2057400"/>
            <a:ext cx="2949178" cy="3811588"/>
          </a:xfrm>
          <a:prstGeom prst="rect">
            <a:avLst/>
          </a:prstGeo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fr-FR"/>
              <a:t>Cliquez pour modifier les styles du texte du masque</a:t>
            </a:r>
          </a:p>
        </p:txBody>
      </p:sp>
      <p:sp>
        <p:nvSpPr>
          <p:cNvPr id="5" name="Date Placeholder 4"/>
          <p:cNvSpPr>
            <a:spLocks noGrp="1"/>
          </p:cNvSpPr>
          <p:nvPr>
            <p:ph type="dt" sz="half" idx="10"/>
          </p:nvPr>
        </p:nvSpPr>
        <p:spPr>
          <a:xfrm>
            <a:off x="628650" y="6356351"/>
            <a:ext cx="2057400" cy="365125"/>
          </a:xfrm>
          <a:prstGeom prst="rect">
            <a:avLst/>
          </a:prstGeom>
        </p:spPr>
        <p:txBody>
          <a:bodyPr/>
          <a:lstStyle/>
          <a:p>
            <a:fld id="{8FFDD2D0-3102-4FAB-9C45-7B2C5F10A4E6}" type="datetimeFigureOut">
              <a:rPr lang="fr-FR" smtClean="0"/>
              <a:t>03/07/2024</a:t>
            </a:fld>
            <a:endParaRPr lang="fr-FR"/>
          </a:p>
        </p:txBody>
      </p:sp>
      <p:sp>
        <p:nvSpPr>
          <p:cNvPr id="6" name="Footer Placeholder 5"/>
          <p:cNvSpPr>
            <a:spLocks noGrp="1"/>
          </p:cNvSpPr>
          <p:nvPr>
            <p:ph type="ftr" sz="quarter" idx="11"/>
          </p:nvPr>
        </p:nvSpPr>
        <p:spPr>
          <a:xfrm>
            <a:off x="3028950" y="6356351"/>
            <a:ext cx="3086100" cy="365125"/>
          </a:xfrm>
          <a:prstGeom prst="rect">
            <a:avLst/>
          </a:prstGeom>
        </p:spPr>
        <p:txBody>
          <a:bodyPr/>
          <a:lstStyle/>
          <a:p>
            <a:endParaRPr lang="fr-FR"/>
          </a:p>
        </p:txBody>
      </p:sp>
      <p:sp>
        <p:nvSpPr>
          <p:cNvPr id="7" name="Slide Number Placeholder 6"/>
          <p:cNvSpPr>
            <a:spLocks noGrp="1"/>
          </p:cNvSpPr>
          <p:nvPr>
            <p:ph type="sldNum" sz="quarter" idx="12"/>
          </p:nvPr>
        </p:nvSpPr>
        <p:spPr>
          <a:xfrm>
            <a:off x="6457950" y="6356351"/>
            <a:ext cx="2057400" cy="365125"/>
          </a:xfrm>
          <a:prstGeom prst="rect">
            <a:avLst/>
          </a:prstGeom>
        </p:spPr>
        <p:txBody>
          <a:bodyPr/>
          <a:lstStyle/>
          <a:p>
            <a:fld id="{FB597E74-A469-4327-9B08-B6D343FD165B}" type="slidenum">
              <a:rPr lang="fr-FR" smtClean="0"/>
              <a:t>‹N°›</a:t>
            </a:fld>
            <a:endParaRPr lang="fr-FR"/>
          </a:p>
        </p:txBody>
      </p:sp>
    </p:spTree>
    <p:extLst>
      <p:ext uri="{BB962C8B-B14F-4D97-AF65-F5344CB8AC3E}">
        <p14:creationId xmlns:p14="http://schemas.microsoft.com/office/powerpoint/2010/main" val="147292081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re et texte vertical">
    <p:spTree>
      <p:nvGrpSpPr>
        <p:cNvPr id="1" name=""/>
        <p:cNvGrpSpPr/>
        <p:nvPr/>
      </p:nvGrpSpPr>
      <p:grpSpPr>
        <a:xfrm>
          <a:off x="0" y="0"/>
          <a:ext cx="0" cy="0"/>
          <a:chOff x="0" y="0"/>
          <a:chExt cx="0" cy="0"/>
        </a:xfrm>
      </p:grpSpPr>
      <p:sp>
        <p:nvSpPr>
          <p:cNvPr id="2" name="Title 1"/>
          <p:cNvSpPr>
            <a:spLocks noGrp="1"/>
          </p:cNvSpPr>
          <p:nvPr>
            <p:ph type="title"/>
          </p:nvPr>
        </p:nvSpPr>
        <p:spPr>
          <a:xfrm>
            <a:off x="628650" y="365126"/>
            <a:ext cx="7886700" cy="1325563"/>
          </a:xfrm>
          <a:prstGeom prst="rect">
            <a:avLst/>
          </a:prstGeom>
        </p:spPr>
        <p:txBody>
          <a:bodyPr/>
          <a:lstStyle/>
          <a:p>
            <a:r>
              <a:rPr lang="fr-FR"/>
              <a:t>Modifiez le style du titre</a:t>
            </a:r>
            <a:endParaRPr lang="en-US" dirty="0"/>
          </a:p>
        </p:txBody>
      </p:sp>
      <p:sp>
        <p:nvSpPr>
          <p:cNvPr id="3" name="Vertical Text Placeholder 2"/>
          <p:cNvSpPr>
            <a:spLocks noGrp="1"/>
          </p:cNvSpPr>
          <p:nvPr>
            <p:ph type="body" orient="vert" idx="1"/>
          </p:nvPr>
        </p:nvSpPr>
        <p:spPr>
          <a:xfrm>
            <a:off x="628650" y="1825625"/>
            <a:ext cx="7886700" cy="4351338"/>
          </a:xfrm>
          <a:prstGeom prst="rect">
            <a:avLst/>
          </a:prstGeom>
        </p:spPr>
        <p:txBody>
          <a:bodyPr vert="eaVert"/>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4" name="Date Placeholder 3"/>
          <p:cNvSpPr>
            <a:spLocks noGrp="1"/>
          </p:cNvSpPr>
          <p:nvPr>
            <p:ph type="dt" sz="half" idx="10"/>
          </p:nvPr>
        </p:nvSpPr>
        <p:spPr>
          <a:xfrm>
            <a:off x="628650" y="6356351"/>
            <a:ext cx="2057400" cy="365125"/>
          </a:xfrm>
          <a:prstGeom prst="rect">
            <a:avLst/>
          </a:prstGeom>
        </p:spPr>
        <p:txBody>
          <a:bodyPr/>
          <a:lstStyle/>
          <a:p>
            <a:fld id="{8FFDD2D0-3102-4FAB-9C45-7B2C5F10A4E6}" type="datetimeFigureOut">
              <a:rPr lang="fr-FR" smtClean="0"/>
              <a:t>03/07/2024</a:t>
            </a:fld>
            <a:endParaRPr lang="fr-FR"/>
          </a:p>
        </p:txBody>
      </p:sp>
      <p:sp>
        <p:nvSpPr>
          <p:cNvPr id="5" name="Footer Placeholder 4"/>
          <p:cNvSpPr>
            <a:spLocks noGrp="1"/>
          </p:cNvSpPr>
          <p:nvPr>
            <p:ph type="ftr" sz="quarter" idx="11"/>
          </p:nvPr>
        </p:nvSpPr>
        <p:spPr>
          <a:xfrm>
            <a:off x="3028950" y="6356351"/>
            <a:ext cx="3086100" cy="365125"/>
          </a:xfrm>
          <a:prstGeom prst="rect">
            <a:avLst/>
          </a:prstGeom>
        </p:spPr>
        <p:txBody>
          <a:bodyPr/>
          <a:lstStyle/>
          <a:p>
            <a:endParaRPr lang="fr-FR"/>
          </a:p>
        </p:txBody>
      </p:sp>
      <p:sp>
        <p:nvSpPr>
          <p:cNvPr id="6" name="Slide Number Placeholder 5"/>
          <p:cNvSpPr>
            <a:spLocks noGrp="1"/>
          </p:cNvSpPr>
          <p:nvPr>
            <p:ph type="sldNum" sz="quarter" idx="12"/>
          </p:nvPr>
        </p:nvSpPr>
        <p:spPr>
          <a:xfrm>
            <a:off x="6457950" y="6356351"/>
            <a:ext cx="2057400" cy="365125"/>
          </a:xfrm>
          <a:prstGeom prst="rect">
            <a:avLst/>
          </a:prstGeom>
        </p:spPr>
        <p:txBody>
          <a:bodyPr/>
          <a:lstStyle/>
          <a:p>
            <a:fld id="{FB597E74-A469-4327-9B08-B6D343FD165B}" type="slidenum">
              <a:rPr lang="fr-FR" smtClean="0"/>
              <a:t>‹N°›</a:t>
            </a:fld>
            <a:endParaRPr lang="fr-FR"/>
          </a:p>
        </p:txBody>
      </p:sp>
    </p:spTree>
    <p:extLst>
      <p:ext uri="{BB962C8B-B14F-4D97-AF65-F5344CB8AC3E}">
        <p14:creationId xmlns:p14="http://schemas.microsoft.com/office/powerpoint/2010/main" val="254689993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Titre vertical et texte">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543675" y="365125"/>
            <a:ext cx="1971675" cy="5811838"/>
          </a:xfrm>
          <a:prstGeom prst="rect">
            <a:avLst/>
          </a:prstGeom>
        </p:spPr>
        <p:txBody>
          <a:bodyPr vert="eaVert"/>
          <a:lstStyle/>
          <a:p>
            <a:r>
              <a:rPr lang="fr-FR"/>
              <a:t>Modifiez le style du titre</a:t>
            </a:r>
            <a:endParaRPr lang="en-US" dirty="0"/>
          </a:p>
        </p:txBody>
      </p:sp>
      <p:sp>
        <p:nvSpPr>
          <p:cNvPr id="3" name="Vertical Text Placeholder 2"/>
          <p:cNvSpPr>
            <a:spLocks noGrp="1"/>
          </p:cNvSpPr>
          <p:nvPr>
            <p:ph type="body" orient="vert" idx="1"/>
          </p:nvPr>
        </p:nvSpPr>
        <p:spPr>
          <a:xfrm>
            <a:off x="628650" y="365125"/>
            <a:ext cx="5800725" cy="5811838"/>
          </a:xfrm>
          <a:prstGeom prst="rect">
            <a:avLst/>
          </a:prstGeom>
        </p:spPr>
        <p:txBody>
          <a:bodyPr vert="eaVert"/>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4" name="Date Placeholder 3"/>
          <p:cNvSpPr>
            <a:spLocks noGrp="1"/>
          </p:cNvSpPr>
          <p:nvPr>
            <p:ph type="dt" sz="half" idx="10"/>
          </p:nvPr>
        </p:nvSpPr>
        <p:spPr>
          <a:xfrm>
            <a:off x="628650" y="6356351"/>
            <a:ext cx="2057400" cy="365125"/>
          </a:xfrm>
          <a:prstGeom prst="rect">
            <a:avLst/>
          </a:prstGeom>
        </p:spPr>
        <p:txBody>
          <a:bodyPr/>
          <a:lstStyle/>
          <a:p>
            <a:fld id="{8FFDD2D0-3102-4FAB-9C45-7B2C5F10A4E6}" type="datetimeFigureOut">
              <a:rPr lang="fr-FR" smtClean="0"/>
              <a:t>03/07/2024</a:t>
            </a:fld>
            <a:endParaRPr lang="fr-FR"/>
          </a:p>
        </p:txBody>
      </p:sp>
      <p:sp>
        <p:nvSpPr>
          <p:cNvPr id="5" name="Footer Placeholder 4"/>
          <p:cNvSpPr>
            <a:spLocks noGrp="1"/>
          </p:cNvSpPr>
          <p:nvPr>
            <p:ph type="ftr" sz="quarter" idx="11"/>
          </p:nvPr>
        </p:nvSpPr>
        <p:spPr>
          <a:xfrm>
            <a:off x="3028950" y="6356351"/>
            <a:ext cx="3086100" cy="365125"/>
          </a:xfrm>
          <a:prstGeom prst="rect">
            <a:avLst/>
          </a:prstGeom>
        </p:spPr>
        <p:txBody>
          <a:bodyPr/>
          <a:lstStyle/>
          <a:p>
            <a:endParaRPr lang="fr-FR"/>
          </a:p>
        </p:txBody>
      </p:sp>
      <p:sp>
        <p:nvSpPr>
          <p:cNvPr id="6" name="Slide Number Placeholder 5"/>
          <p:cNvSpPr>
            <a:spLocks noGrp="1"/>
          </p:cNvSpPr>
          <p:nvPr>
            <p:ph type="sldNum" sz="quarter" idx="12"/>
          </p:nvPr>
        </p:nvSpPr>
        <p:spPr>
          <a:xfrm>
            <a:off x="6457950" y="6356351"/>
            <a:ext cx="2057400" cy="365125"/>
          </a:xfrm>
          <a:prstGeom prst="rect">
            <a:avLst/>
          </a:prstGeom>
        </p:spPr>
        <p:txBody>
          <a:bodyPr/>
          <a:lstStyle/>
          <a:p>
            <a:fld id="{FB597E74-A469-4327-9B08-B6D343FD165B}" type="slidenum">
              <a:rPr lang="fr-FR" smtClean="0"/>
              <a:t>‹N°›</a:t>
            </a:fld>
            <a:endParaRPr lang="fr-FR"/>
          </a:p>
        </p:txBody>
      </p:sp>
    </p:spTree>
    <p:extLst>
      <p:ext uri="{BB962C8B-B14F-4D97-AF65-F5344CB8AC3E}">
        <p14:creationId xmlns:p14="http://schemas.microsoft.com/office/powerpoint/2010/main" val="211708292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image" Target="../media/image1.png"/><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image" Target="../media/image2.png"/><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hyperlink" Target="https://creativecommons.org/licenses/by/4.0/" TargetMode="Externa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pic>
        <p:nvPicPr>
          <p:cNvPr id="7" name="Picture 2">
            <a:extLst>
              <a:ext uri="{FF2B5EF4-FFF2-40B4-BE49-F238E27FC236}">
                <a16:creationId xmlns:a16="http://schemas.microsoft.com/office/drawing/2014/main" id="{FB140520-6CC9-8398-5BBC-338790D77AF9}"/>
              </a:ext>
            </a:extLst>
          </p:cNvPr>
          <p:cNvPicPr>
            <a:picLocks noChangeAspect="1" noChangeArrowheads="1"/>
          </p:cNvPicPr>
          <p:nvPr userDrawn="1"/>
        </p:nvPicPr>
        <p:blipFill>
          <a:blip r:embed="rId13">
            <a:extLst>
              <a:ext uri="{28A0092B-C50C-407E-A947-70E740481C1C}">
                <a14:useLocalDpi xmlns:a14="http://schemas.microsoft.com/office/drawing/2010/main" val="0"/>
              </a:ext>
            </a:extLst>
          </a:blip>
          <a:srcRect/>
          <a:stretch>
            <a:fillRect/>
          </a:stretch>
        </p:blipFill>
        <p:spPr bwMode="auto">
          <a:xfrm>
            <a:off x="7695719" y="6018062"/>
            <a:ext cx="1397947" cy="466468"/>
          </a:xfrm>
          <a:prstGeom prst="rect">
            <a:avLst/>
          </a:prstGeom>
          <a:noFill/>
          <a:extLst>
            <a:ext uri="{909E8E84-426E-40DD-AFC4-6F175D3DCCD1}">
              <a14:hiddenFill xmlns:a14="http://schemas.microsoft.com/office/drawing/2010/main">
                <a:solidFill>
                  <a:srgbClr val="FFFFFF"/>
                </a:solidFill>
              </a14:hiddenFill>
            </a:ext>
          </a:extLst>
        </p:spPr>
      </p:pic>
      <p:sp>
        <p:nvSpPr>
          <p:cNvPr id="8" name="ZoneTexte 7">
            <a:extLst>
              <a:ext uri="{FF2B5EF4-FFF2-40B4-BE49-F238E27FC236}">
                <a16:creationId xmlns:a16="http://schemas.microsoft.com/office/drawing/2014/main" id="{2426B3D9-9A30-9111-43F7-59BE743F8F41}"/>
              </a:ext>
            </a:extLst>
          </p:cNvPr>
          <p:cNvSpPr txBox="1"/>
          <p:nvPr userDrawn="1"/>
        </p:nvSpPr>
        <p:spPr>
          <a:xfrm>
            <a:off x="50334" y="6503182"/>
            <a:ext cx="9093666" cy="307777"/>
          </a:xfrm>
          <a:prstGeom prst="rect">
            <a:avLst/>
          </a:prstGeom>
          <a:noFill/>
        </p:spPr>
        <p:txBody>
          <a:bodyPr wrap="square" rtlCol="0">
            <a:spAutoFit/>
          </a:bodyPr>
          <a:lstStyle/>
          <a:p>
            <a:pPr algn="ctr"/>
            <a:r>
              <a:rPr lang="fr-FR" sz="700" dirty="0">
                <a:solidFill>
                  <a:schemeClr val="tx1">
                    <a:lumMod val="50000"/>
                    <a:lumOff val="50000"/>
                  </a:schemeClr>
                </a:solidFill>
                <a:latin typeface="Poppins" panose="00000500000000000000" pitchFamily="2" charset="0"/>
                <a:cs typeface="Poppins" panose="00000500000000000000" pitchFamily="2" charset="0"/>
              </a:rPr>
              <a:t>All SMART images are </a:t>
            </a:r>
            <a:r>
              <a:rPr lang="fr-FR" sz="700" dirty="0" err="1">
                <a:solidFill>
                  <a:schemeClr val="tx1">
                    <a:lumMod val="50000"/>
                    <a:lumOff val="50000"/>
                  </a:schemeClr>
                </a:solidFill>
                <a:latin typeface="Poppins" panose="00000500000000000000" pitchFamily="2" charset="0"/>
                <a:cs typeface="Poppins" panose="00000500000000000000" pitchFamily="2" charset="0"/>
              </a:rPr>
              <a:t>licensed</a:t>
            </a:r>
            <a:r>
              <a:rPr lang="fr-FR" sz="700" dirty="0">
                <a:solidFill>
                  <a:schemeClr val="tx1">
                    <a:lumMod val="50000"/>
                    <a:lumOff val="50000"/>
                  </a:schemeClr>
                </a:solidFill>
                <a:latin typeface="Poppins" panose="00000500000000000000" pitchFamily="2" charset="0"/>
                <a:cs typeface="Poppins" panose="00000500000000000000" pitchFamily="2" charset="0"/>
              </a:rPr>
              <a:t> </a:t>
            </a:r>
            <a:r>
              <a:rPr lang="fr-FR" sz="700" dirty="0" err="1">
                <a:solidFill>
                  <a:schemeClr val="tx1">
                    <a:lumMod val="50000"/>
                    <a:lumOff val="50000"/>
                  </a:schemeClr>
                </a:solidFill>
                <a:latin typeface="Poppins" panose="00000500000000000000" pitchFamily="2" charset="0"/>
                <a:cs typeface="Poppins" panose="00000500000000000000" pitchFamily="2" charset="0"/>
              </a:rPr>
              <a:t>under</a:t>
            </a:r>
            <a:r>
              <a:rPr lang="fr-FR" sz="700" dirty="0">
                <a:solidFill>
                  <a:schemeClr val="tx1">
                    <a:lumMod val="50000"/>
                    <a:lumOff val="50000"/>
                  </a:schemeClr>
                </a:solidFill>
                <a:latin typeface="Poppins" panose="00000500000000000000" pitchFamily="2" charset="0"/>
                <a:cs typeface="Poppins" panose="00000500000000000000" pitchFamily="2" charset="0"/>
              </a:rPr>
              <a:t> Creative Commons Attribution 4.0 </a:t>
            </a:r>
          </a:p>
          <a:p>
            <a:pPr algn="ctr"/>
            <a:r>
              <a:rPr lang="fr-FR" sz="700" dirty="0">
                <a:solidFill>
                  <a:schemeClr val="tx1">
                    <a:lumMod val="50000"/>
                    <a:lumOff val="50000"/>
                  </a:schemeClr>
                </a:solidFill>
                <a:latin typeface="Poppins" panose="00000500000000000000" pitchFamily="2" charset="0"/>
                <a:cs typeface="Poppins" panose="00000500000000000000" pitchFamily="2" charset="0"/>
              </a:rPr>
              <a:t>Share, </a:t>
            </a:r>
            <a:r>
              <a:rPr lang="fr-FR" sz="700" dirty="0" err="1">
                <a:solidFill>
                  <a:schemeClr val="tx1">
                    <a:lumMod val="50000"/>
                    <a:lumOff val="50000"/>
                  </a:schemeClr>
                </a:solidFill>
                <a:latin typeface="Poppins" panose="00000500000000000000" pitchFamily="2" charset="0"/>
                <a:cs typeface="Poppins" panose="00000500000000000000" pitchFamily="2" charset="0"/>
              </a:rPr>
              <a:t>adapt</a:t>
            </a:r>
            <a:r>
              <a:rPr lang="fr-FR" sz="700" dirty="0">
                <a:solidFill>
                  <a:schemeClr val="tx1">
                    <a:lumMod val="50000"/>
                    <a:lumOff val="50000"/>
                  </a:schemeClr>
                </a:solidFill>
                <a:latin typeface="Poppins" panose="00000500000000000000" pitchFamily="2" charset="0"/>
                <a:cs typeface="Poppins" panose="00000500000000000000" pitchFamily="2" charset="0"/>
              </a:rPr>
              <a:t>, and </a:t>
            </a:r>
            <a:r>
              <a:rPr lang="fr-FR" sz="700" dirty="0" err="1">
                <a:solidFill>
                  <a:schemeClr val="tx1">
                    <a:lumMod val="50000"/>
                    <a:lumOff val="50000"/>
                  </a:schemeClr>
                </a:solidFill>
                <a:latin typeface="Poppins" panose="00000500000000000000" pitchFamily="2" charset="0"/>
                <a:cs typeface="Poppins" panose="00000500000000000000" pitchFamily="2" charset="0"/>
              </a:rPr>
              <a:t>enhance</a:t>
            </a:r>
            <a:r>
              <a:rPr lang="fr-FR" sz="700" dirty="0">
                <a:solidFill>
                  <a:schemeClr val="tx1">
                    <a:lumMod val="50000"/>
                    <a:lumOff val="50000"/>
                  </a:schemeClr>
                </a:solidFill>
                <a:latin typeface="Poppins" panose="00000500000000000000" pitchFamily="2" charset="0"/>
                <a:cs typeface="Poppins" panose="00000500000000000000" pitchFamily="2" charset="0"/>
              </a:rPr>
              <a:t> </a:t>
            </a:r>
            <a:r>
              <a:rPr lang="fr-FR" sz="700" dirty="0" err="1">
                <a:solidFill>
                  <a:schemeClr val="tx1">
                    <a:lumMod val="50000"/>
                    <a:lumOff val="50000"/>
                  </a:schemeClr>
                </a:solidFill>
                <a:latin typeface="Poppins" panose="00000500000000000000" pitchFamily="2" charset="0"/>
                <a:cs typeface="Poppins" panose="00000500000000000000" pitchFamily="2" charset="0"/>
              </a:rPr>
              <a:t>your</a:t>
            </a:r>
            <a:r>
              <a:rPr lang="fr-FR" sz="700" dirty="0">
                <a:solidFill>
                  <a:schemeClr val="tx1">
                    <a:lumMod val="50000"/>
                    <a:lumOff val="50000"/>
                  </a:schemeClr>
                </a:solidFill>
                <a:latin typeface="Poppins" panose="00000500000000000000" pitchFamily="2" charset="0"/>
                <a:cs typeface="Poppins" panose="00000500000000000000" pitchFamily="2" charset="0"/>
              </a:rPr>
              <a:t> </a:t>
            </a:r>
            <a:r>
              <a:rPr lang="fr-FR" sz="700" dirty="0" err="1">
                <a:solidFill>
                  <a:schemeClr val="tx1">
                    <a:lumMod val="50000"/>
                    <a:lumOff val="50000"/>
                  </a:schemeClr>
                </a:solidFill>
                <a:latin typeface="Poppins" panose="00000500000000000000" pitchFamily="2" charset="0"/>
                <a:cs typeface="Poppins" panose="00000500000000000000" pitchFamily="2" charset="0"/>
              </a:rPr>
              <a:t>presentations</a:t>
            </a:r>
            <a:r>
              <a:rPr lang="fr-FR" sz="700" dirty="0">
                <a:solidFill>
                  <a:schemeClr val="tx1">
                    <a:lumMod val="50000"/>
                    <a:lumOff val="50000"/>
                  </a:schemeClr>
                </a:solidFill>
                <a:latin typeface="Poppins" panose="00000500000000000000" pitchFamily="2" charset="0"/>
                <a:cs typeface="Poppins" panose="00000500000000000000" pitchFamily="2" charset="0"/>
              </a:rPr>
              <a:t> </a:t>
            </a:r>
            <a:r>
              <a:rPr lang="fr-FR" sz="700" dirty="0" err="1">
                <a:solidFill>
                  <a:schemeClr val="tx1">
                    <a:lumMod val="50000"/>
                    <a:lumOff val="50000"/>
                  </a:schemeClr>
                </a:solidFill>
                <a:latin typeface="Poppins" panose="00000500000000000000" pitchFamily="2" charset="0"/>
                <a:cs typeface="Poppins" panose="00000500000000000000" pitchFamily="2" charset="0"/>
              </a:rPr>
              <a:t>with</a:t>
            </a:r>
            <a:r>
              <a:rPr lang="fr-FR" sz="700" dirty="0">
                <a:solidFill>
                  <a:schemeClr val="tx1">
                    <a:lumMod val="50000"/>
                    <a:lumOff val="50000"/>
                  </a:schemeClr>
                </a:solidFill>
                <a:latin typeface="Poppins" panose="00000500000000000000" pitchFamily="2" charset="0"/>
                <a:cs typeface="Poppins" panose="00000500000000000000" pitchFamily="2" charset="0"/>
              </a:rPr>
              <a:t> the power of open collaboration. </a:t>
            </a:r>
            <a:r>
              <a:rPr lang="fr-FR" sz="700" dirty="0">
                <a:solidFill>
                  <a:schemeClr val="tx1">
                    <a:lumMod val="50000"/>
                    <a:lumOff val="50000"/>
                  </a:schemeClr>
                </a:solidFill>
                <a:latin typeface="Poppins" panose="00000500000000000000" pitchFamily="2" charset="0"/>
                <a:cs typeface="Poppins" panose="00000500000000000000" pitchFamily="2" charset="0"/>
                <a:hlinkClick r:id="rId14">
                  <a:extLst>
                    <a:ext uri="{A12FA001-AC4F-418D-AE19-62706E023703}">
                      <ahyp:hlinkClr xmlns:ahyp="http://schemas.microsoft.com/office/drawing/2018/hyperlinkcolor" val="tx"/>
                    </a:ext>
                  </a:extLst>
                </a:hlinkClick>
              </a:rPr>
              <a:t>https://creativecommons.org/licenses/by/4.0/</a:t>
            </a:r>
            <a:endParaRPr lang="fr-FR" sz="700" dirty="0">
              <a:solidFill>
                <a:schemeClr val="tx1">
                  <a:lumMod val="50000"/>
                  <a:lumOff val="50000"/>
                </a:schemeClr>
              </a:solidFill>
              <a:latin typeface="Poppins" panose="00000500000000000000" pitchFamily="2" charset="0"/>
              <a:cs typeface="Poppins" panose="00000500000000000000" pitchFamily="2" charset="0"/>
            </a:endParaRPr>
          </a:p>
        </p:txBody>
      </p:sp>
      <p:sp>
        <p:nvSpPr>
          <p:cNvPr id="9" name="ZoneTexte 8">
            <a:extLst>
              <a:ext uri="{FF2B5EF4-FFF2-40B4-BE49-F238E27FC236}">
                <a16:creationId xmlns:a16="http://schemas.microsoft.com/office/drawing/2014/main" id="{49C18B3B-3B5B-F650-4348-B2A33155E287}"/>
              </a:ext>
            </a:extLst>
          </p:cNvPr>
          <p:cNvSpPr txBox="1"/>
          <p:nvPr userDrawn="1"/>
        </p:nvSpPr>
        <p:spPr>
          <a:xfrm>
            <a:off x="5629013" y="6133850"/>
            <a:ext cx="2204450" cy="369332"/>
          </a:xfrm>
          <a:prstGeom prst="rect">
            <a:avLst/>
          </a:prstGeom>
          <a:noFill/>
        </p:spPr>
        <p:txBody>
          <a:bodyPr wrap="none" rtlCol="0">
            <a:spAutoFit/>
          </a:bodyPr>
          <a:lstStyle/>
          <a:p>
            <a:r>
              <a:rPr lang="fr-FR" i="1" dirty="0" err="1">
                <a:solidFill>
                  <a:srgbClr val="24226A"/>
                </a:solidFill>
                <a:latin typeface="Poppins" panose="00000500000000000000" pitchFamily="2" charset="0"/>
                <a:cs typeface="Poppins" panose="00000500000000000000" pitchFamily="2" charset="0"/>
              </a:rPr>
              <a:t>Educational</a:t>
            </a:r>
            <a:r>
              <a:rPr lang="fr-FR" i="1" dirty="0">
                <a:solidFill>
                  <a:srgbClr val="24226A"/>
                </a:solidFill>
                <a:latin typeface="Poppins" panose="00000500000000000000" pitchFamily="2" charset="0"/>
                <a:cs typeface="Poppins" panose="00000500000000000000" pitchFamily="2" charset="0"/>
              </a:rPr>
              <a:t> Tools</a:t>
            </a:r>
          </a:p>
        </p:txBody>
      </p:sp>
      <p:pic>
        <p:nvPicPr>
          <p:cNvPr id="10" name="Image 9">
            <a:extLst>
              <a:ext uri="{FF2B5EF4-FFF2-40B4-BE49-F238E27FC236}">
                <a16:creationId xmlns:a16="http://schemas.microsoft.com/office/drawing/2014/main" id="{5429A786-9DA0-29B4-DDC0-97337C848C95}"/>
              </a:ext>
            </a:extLst>
          </p:cNvPr>
          <p:cNvPicPr>
            <a:picLocks noChangeAspect="1"/>
          </p:cNvPicPr>
          <p:nvPr userDrawn="1"/>
        </p:nvPicPr>
        <p:blipFill>
          <a:blip r:embed="rId15">
            <a:extLst>
              <a:ext uri="{28A0092B-C50C-407E-A947-70E740481C1C}">
                <a14:useLocalDpi xmlns:a14="http://schemas.microsoft.com/office/drawing/2010/main" val="0"/>
              </a:ext>
            </a:extLst>
          </a:blip>
          <a:srcRect/>
          <a:stretch>
            <a:fillRect/>
          </a:stretch>
        </p:blipFill>
        <p:spPr bwMode="auto">
          <a:xfrm>
            <a:off x="8067195" y="96116"/>
            <a:ext cx="862064" cy="7357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3432623152"/>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4.svg"/><Relationship Id="rId2" Type="http://schemas.openxmlformats.org/officeDocument/2006/relationships/image" Target="../media/image3.png"/><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E75B43A1-8959-0F7A-A696-6999D14AF92E}"/>
              </a:ext>
            </a:extLst>
          </p:cNvPr>
          <p:cNvSpPr/>
          <p:nvPr/>
        </p:nvSpPr>
        <p:spPr>
          <a:xfrm>
            <a:off x="16778" y="0"/>
            <a:ext cx="9144000" cy="6858000"/>
          </a:xfrm>
          <a:prstGeom prst="rect">
            <a:avLst/>
          </a:prstGeom>
          <a:noFill/>
          <a:ln w="63500">
            <a:solidFill>
              <a:srgbClr val="9C7DC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3" name="ZoneTexte 2">
            <a:extLst>
              <a:ext uri="{FF2B5EF4-FFF2-40B4-BE49-F238E27FC236}">
                <a16:creationId xmlns:a16="http://schemas.microsoft.com/office/drawing/2014/main" id="{21082E92-68E4-7BC2-ED8D-83E1473D11D4}"/>
              </a:ext>
            </a:extLst>
          </p:cNvPr>
          <p:cNvSpPr txBox="1"/>
          <p:nvPr/>
        </p:nvSpPr>
        <p:spPr>
          <a:xfrm>
            <a:off x="0" y="0"/>
            <a:ext cx="9144000" cy="830997"/>
          </a:xfrm>
          <a:prstGeom prst="rect">
            <a:avLst/>
          </a:prstGeom>
          <a:noFill/>
        </p:spPr>
        <p:txBody>
          <a:bodyPr wrap="square" rtlCol="0">
            <a:spAutoFit/>
          </a:bodyPr>
          <a:lstStyle/>
          <a:p>
            <a:pPr algn="ctr"/>
            <a:r>
              <a:rPr lang="fr-FR" sz="4800" b="1" dirty="0">
                <a:solidFill>
                  <a:srgbClr val="9C7DCC"/>
                </a:solidFill>
                <a:latin typeface="Poppins" panose="00000500000000000000" pitchFamily="2" charset="0"/>
                <a:cs typeface="Poppins" panose="00000500000000000000" pitchFamily="2" charset="0"/>
              </a:rPr>
              <a:t>VISUELE SYSTEEM</a:t>
            </a:r>
          </a:p>
        </p:txBody>
      </p:sp>
      <p:sp>
        <p:nvSpPr>
          <p:cNvPr id="4" name="ZoneTexte 3">
            <a:extLst>
              <a:ext uri="{FF2B5EF4-FFF2-40B4-BE49-F238E27FC236}">
                <a16:creationId xmlns:a16="http://schemas.microsoft.com/office/drawing/2014/main" id="{11AE43F3-E010-8E11-260C-16631D56D260}"/>
              </a:ext>
            </a:extLst>
          </p:cNvPr>
          <p:cNvSpPr txBox="1"/>
          <p:nvPr/>
        </p:nvSpPr>
        <p:spPr>
          <a:xfrm>
            <a:off x="2105636" y="830997"/>
            <a:ext cx="4940567" cy="830997"/>
          </a:xfrm>
          <a:prstGeom prst="rect">
            <a:avLst/>
          </a:prstGeom>
          <a:noFill/>
        </p:spPr>
        <p:txBody>
          <a:bodyPr wrap="square" rtlCol="0">
            <a:spAutoFit/>
          </a:bodyPr>
          <a:lstStyle/>
          <a:p>
            <a:pPr algn="ctr"/>
            <a:r>
              <a:rPr lang="en-US" sz="1200" dirty="0">
                <a:latin typeface="Poppins" panose="00000500000000000000" pitchFamily="2" charset="0"/>
                <a:cs typeface="Poppins" panose="00000500000000000000" pitchFamily="2" charset="0"/>
              </a:rPr>
              <a:t>Het visuele systeem vangt licht uit de omgeving op en zet dit om in elektrische signalen, die vervolgens door de hersenen worden geïnterpreteerd tot beelden en zo de waarneming van kleur, vorm, diepte en beweging mogelijk maken.</a:t>
            </a:r>
            <a:endParaRPr lang="fr-FR" sz="1200" dirty="0">
              <a:latin typeface="Poppins" panose="00000500000000000000" pitchFamily="2" charset="0"/>
              <a:cs typeface="Poppins" panose="00000500000000000000" pitchFamily="2" charset="0"/>
            </a:endParaRPr>
          </a:p>
        </p:txBody>
      </p:sp>
      <p:pic>
        <p:nvPicPr>
          <p:cNvPr id="5" name="Graphique 4">
            <a:extLst>
              <a:ext uri="{FF2B5EF4-FFF2-40B4-BE49-F238E27FC236}">
                <a16:creationId xmlns:a16="http://schemas.microsoft.com/office/drawing/2014/main" id="{1917E866-12E2-E440-4FAB-D8DDF66AE5FD}"/>
              </a:ext>
            </a:extLst>
          </p:cNvPr>
          <p:cNvPicPr>
            <a:picLocks noChangeAspect="1"/>
          </p:cNvPicPr>
          <p:nvPr/>
        </p:nvPicPr>
        <p:blipFill rotWithShape="1">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rcRect l="14843" r="11820"/>
          <a:stretch/>
        </p:blipFill>
        <p:spPr>
          <a:xfrm>
            <a:off x="3004342" y="2190501"/>
            <a:ext cx="3135316" cy="3021085"/>
          </a:xfrm>
          <a:prstGeom prst="rect">
            <a:avLst/>
          </a:prstGeom>
        </p:spPr>
      </p:pic>
      <p:sp>
        <p:nvSpPr>
          <p:cNvPr id="6" name="Nuage 5">
            <a:extLst>
              <a:ext uri="{FF2B5EF4-FFF2-40B4-BE49-F238E27FC236}">
                <a16:creationId xmlns:a16="http://schemas.microsoft.com/office/drawing/2014/main" id="{85FEC2D6-FDF8-C2BE-8C45-E5E370129F54}"/>
              </a:ext>
            </a:extLst>
          </p:cNvPr>
          <p:cNvSpPr/>
          <p:nvPr/>
        </p:nvSpPr>
        <p:spPr>
          <a:xfrm>
            <a:off x="7008460" y="2187918"/>
            <a:ext cx="1283516" cy="645952"/>
          </a:xfrm>
          <a:prstGeom prst="cloud">
            <a:avLst/>
          </a:prstGeom>
          <a:solidFill>
            <a:srgbClr val="9C7DCC"/>
          </a:solidFill>
          <a:ln>
            <a:solidFill>
              <a:srgbClr val="9C7DC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050" b="1" dirty="0">
                <a:latin typeface="Poppins" panose="00000500000000000000" pitchFamily="2" charset="0"/>
                <a:cs typeface="Poppins" panose="00000500000000000000" pitchFamily="2" charset="0"/>
              </a:rPr>
              <a:t>HOORNVLIES</a:t>
            </a:r>
          </a:p>
        </p:txBody>
      </p:sp>
      <p:cxnSp>
        <p:nvCxnSpPr>
          <p:cNvPr id="8" name="Connecteur droit 7">
            <a:extLst>
              <a:ext uri="{FF2B5EF4-FFF2-40B4-BE49-F238E27FC236}">
                <a16:creationId xmlns:a16="http://schemas.microsoft.com/office/drawing/2014/main" id="{A1A1EFEA-240B-6172-DE4A-F4682E0920B5}"/>
              </a:ext>
            </a:extLst>
          </p:cNvPr>
          <p:cNvCxnSpPr>
            <a:cxnSpLocks/>
            <a:endCxn id="6" idx="2"/>
          </p:cNvCxnSpPr>
          <p:nvPr/>
        </p:nvCxnSpPr>
        <p:spPr>
          <a:xfrm>
            <a:off x="6342077" y="2506698"/>
            <a:ext cx="670364" cy="4196"/>
          </a:xfrm>
          <a:prstGeom prst="line">
            <a:avLst/>
          </a:prstGeom>
          <a:solidFill>
            <a:srgbClr val="9C7DCC"/>
          </a:solidFill>
          <a:ln>
            <a:solidFill>
              <a:srgbClr val="9C7DCC"/>
            </a:solidFill>
          </a:ln>
        </p:spPr>
        <p:style>
          <a:lnRef idx="2">
            <a:schemeClr val="accent1">
              <a:shade val="15000"/>
            </a:schemeClr>
          </a:lnRef>
          <a:fillRef idx="1">
            <a:schemeClr val="accent1"/>
          </a:fillRef>
          <a:effectRef idx="0">
            <a:schemeClr val="accent1"/>
          </a:effectRef>
          <a:fontRef idx="minor">
            <a:schemeClr val="lt1"/>
          </a:fontRef>
        </p:style>
      </p:cxnSp>
      <p:sp>
        <p:nvSpPr>
          <p:cNvPr id="7" name="Nuage 6">
            <a:extLst>
              <a:ext uri="{FF2B5EF4-FFF2-40B4-BE49-F238E27FC236}">
                <a16:creationId xmlns:a16="http://schemas.microsoft.com/office/drawing/2014/main" id="{91AF73B8-4A93-0DA1-002F-94AA0E77300F}"/>
              </a:ext>
            </a:extLst>
          </p:cNvPr>
          <p:cNvSpPr/>
          <p:nvPr/>
        </p:nvSpPr>
        <p:spPr>
          <a:xfrm>
            <a:off x="7008460" y="2833870"/>
            <a:ext cx="1283516" cy="645952"/>
          </a:xfrm>
          <a:prstGeom prst="cloud">
            <a:avLst/>
          </a:prstGeom>
          <a:solidFill>
            <a:srgbClr val="9C7DCC"/>
          </a:solidFill>
          <a:ln>
            <a:solidFill>
              <a:srgbClr val="9C7DC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050" b="1" dirty="0">
                <a:latin typeface="Poppins" panose="00000500000000000000" pitchFamily="2" charset="0"/>
                <a:cs typeface="Poppins" panose="00000500000000000000" pitchFamily="2" charset="0"/>
              </a:rPr>
              <a:t>IRIS</a:t>
            </a:r>
          </a:p>
        </p:txBody>
      </p:sp>
      <p:cxnSp>
        <p:nvCxnSpPr>
          <p:cNvPr id="9" name="Connecteur droit 8">
            <a:extLst>
              <a:ext uri="{FF2B5EF4-FFF2-40B4-BE49-F238E27FC236}">
                <a16:creationId xmlns:a16="http://schemas.microsoft.com/office/drawing/2014/main" id="{2672CEA5-B97D-55B6-E8DF-D13BC18FD03E}"/>
              </a:ext>
            </a:extLst>
          </p:cNvPr>
          <p:cNvCxnSpPr>
            <a:cxnSpLocks/>
          </p:cNvCxnSpPr>
          <p:nvPr/>
        </p:nvCxnSpPr>
        <p:spPr>
          <a:xfrm>
            <a:off x="5608418" y="3349793"/>
            <a:ext cx="1467318" cy="0"/>
          </a:xfrm>
          <a:prstGeom prst="line">
            <a:avLst/>
          </a:prstGeom>
          <a:solidFill>
            <a:srgbClr val="9C7DCC"/>
          </a:solidFill>
          <a:ln>
            <a:solidFill>
              <a:srgbClr val="9C7DCC"/>
            </a:solidFill>
          </a:ln>
        </p:spPr>
        <p:style>
          <a:lnRef idx="2">
            <a:schemeClr val="accent1">
              <a:shade val="15000"/>
            </a:schemeClr>
          </a:lnRef>
          <a:fillRef idx="1">
            <a:schemeClr val="accent1"/>
          </a:fillRef>
          <a:effectRef idx="0">
            <a:schemeClr val="accent1"/>
          </a:effectRef>
          <a:fontRef idx="minor">
            <a:schemeClr val="lt1"/>
          </a:fontRef>
        </p:style>
      </p:cxnSp>
      <p:cxnSp>
        <p:nvCxnSpPr>
          <p:cNvPr id="17" name="Connecteur droit 16">
            <a:extLst>
              <a:ext uri="{FF2B5EF4-FFF2-40B4-BE49-F238E27FC236}">
                <a16:creationId xmlns:a16="http://schemas.microsoft.com/office/drawing/2014/main" id="{F6EA4945-2695-2AAE-1C90-92E85C66CBC2}"/>
              </a:ext>
            </a:extLst>
          </p:cNvPr>
          <p:cNvCxnSpPr>
            <a:cxnSpLocks/>
          </p:cNvCxnSpPr>
          <p:nvPr/>
        </p:nvCxnSpPr>
        <p:spPr>
          <a:xfrm flipV="1">
            <a:off x="5728925" y="2500892"/>
            <a:ext cx="615143" cy="747908"/>
          </a:xfrm>
          <a:prstGeom prst="line">
            <a:avLst/>
          </a:prstGeom>
          <a:solidFill>
            <a:srgbClr val="9C7DCC"/>
          </a:solidFill>
          <a:ln>
            <a:solidFill>
              <a:srgbClr val="9C7DCC"/>
            </a:solidFill>
          </a:ln>
        </p:spPr>
        <p:style>
          <a:lnRef idx="2">
            <a:schemeClr val="accent1">
              <a:shade val="15000"/>
            </a:schemeClr>
          </a:lnRef>
          <a:fillRef idx="1">
            <a:schemeClr val="accent1"/>
          </a:fillRef>
          <a:effectRef idx="0">
            <a:schemeClr val="accent1"/>
          </a:effectRef>
          <a:fontRef idx="minor">
            <a:schemeClr val="lt1"/>
          </a:fontRef>
        </p:style>
      </p:cxnSp>
      <p:sp>
        <p:nvSpPr>
          <p:cNvPr id="19" name="Nuage 18">
            <a:extLst>
              <a:ext uri="{FF2B5EF4-FFF2-40B4-BE49-F238E27FC236}">
                <a16:creationId xmlns:a16="http://schemas.microsoft.com/office/drawing/2014/main" id="{3D118DAE-6734-3B59-B89F-5DF0FA1E7576}"/>
              </a:ext>
            </a:extLst>
          </p:cNvPr>
          <p:cNvSpPr/>
          <p:nvPr/>
        </p:nvSpPr>
        <p:spPr>
          <a:xfrm>
            <a:off x="7008460" y="3495308"/>
            <a:ext cx="1283516" cy="645952"/>
          </a:xfrm>
          <a:prstGeom prst="cloud">
            <a:avLst/>
          </a:prstGeom>
          <a:solidFill>
            <a:srgbClr val="9C7DCC"/>
          </a:solidFill>
          <a:ln>
            <a:solidFill>
              <a:srgbClr val="9C7DC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050" b="1" dirty="0">
                <a:latin typeface="Poppins" panose="00000500000000000000" pitchFamily="2" charset="0"/>
                <a:cs typeface="Poppins" panose="00000500000000000000" pitchFamily="2" charset="0"/>
              </a:rPr>
              <a:t>PUPIL</a:t>
            </a:r>
          </a:p>
        </p:txBody>
      </p:sp>
      <p:cxnSp>
        <p:nvCxnSpPr>
          <p:cNvPr id="24" name="Connecteur droit 23">
            <a:extLst>
              <a:ext uri="{FF2B5EF4-FFF2-40B4-BE49-F238E27FC236}">
                <a16:creationId xmlns:a16="http://schemas.microsoft.com/office/drawing/2014/main" id="{3E4E2DEE-EFD6-896E-3B20-2F20FDE0039A}"/>
              </a:ext>
            </a:extLst>
          </p:cNvPr>
          <p:cNvCxnSpPr>
            <a:cxnSpLocks/>
          </p:cNvCxnSpPr>
          <p:nvPr/>
        </p:nvCxnSpPr>
        <p:spPr>
          <a:xfrm>
            <a:off x="5608418" y="3746971"/>
            <a:ext cx="1467318" cy="0"/>
          </a:xfrm>
          <a:prstGeom prst="line">
            <a:avLst/>
          </a:prstGeom>
          <a:solidFill>
            <a:srgbClr val="9C7DCC"/>
          </a:solidFill>
          <a:ln>
            <a:solidFill>
              <a:srgbClr val="9C7DCC"/>
            </a:solidFill>
          </a:ln>
        </p:spPr>
        <p:style>
          <a:lnRef idx="2">
            <a:schemeClr val="accent1">
              <a:shade val="15000"/>
            </a:schemeClr>
          </a:lnRef>
          <a:fillRef idx="1">
            <a:schemeClr val="accent1"/>
          </a:fillRef>
          <a:effectRef idx="0">
            <a:schemeClr val="accent1"/>
          </a:effectRef>
          <a:fontRef idx="minor">
            <a:schemeClr val="lt1"/>
          </a:fontRef>
        </p:style>
      </p:cxnSp>
      <p:sp>
        <p:nvSpPr>
          <p:cNvPr id="25" name="Nuage 24">
            <a:extLst>
              <a:ext uri="{FF2B5EF4-FFF2-40B4-BE49-F238E27FC236}">
                <a16:creationId xmlns:a16="http://schemas.microsoft.com/office/drawing/2014/main" id="{321EA73F-7031-2030-2605-3394F01D3A99}"/>
              </a:ext>
            </a:extLst>
          </p:cNvPr>
          <p:cNvSpPr/>
          <p:nvPr/>
        </p:nvSpPr>
        <p:spPr>
          <a:xfrm>
            <a:off x="6996468" y="4196681"/>
            <a:ext cx="1283516" cy="645952"/>
          </a:xfrm>
          <a:prstGeom prst="cloud">
            <a:avLst/>
          </a:prstGeom>
          <a:solidFill>
            <a:srgbClr val="9C7DCC"/>
          </a:solidFill>
          <a:ln>
            <a:solidFill>
              <a:srgbClr val="9C7DC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050" b="1" dirty="0">
                <a:latin typeface="Poppins" panose="00000500000000000000" pitchFamily="2" charset="0"/>
                <a:cs typeface="Poppins" panose="00000500000000000000" pitchFamily="2" charset="0"/>
              </a:rPr>
              <a:t>OOGLENS</a:t>
            </a:r>
          </a:p>
        </p:txBody>
      </p:sp>
      <p:cxnSp>
        <p:nvCxnSpPr>
          <p:cNvPr id="26" name="Connecteur droit 25">
            <a:extLst>
              <a:ext uri="{FF2B5EF4-FFF2-40B4-BE49-F238E27FC236}">
                <a16:creationId xmlns:a16="http://schemas.microsoft.com/office/drawing/2014/main" id="{2FB02829-5835-F231-38CE-F5933F3A3537}"/>
              </a:ext>
            </a:extLst>
          </p:cNvPr>
          <p:cNvCxnSpPr>
            <a:cxnSpLocks/>
            <a:endCxn id="25" idx="2"/>
          </p:cNvCxnSpPr>
          <p:nvPr/>
        </p:nvCxnSpPr>
        <p:spPr>
          <a:xfrm>
            <a:off x="6330085" y="4515461"/>
            <a:ext cx="670364" cy="4196"/>
          </a:xfrm>
          <a:prstGeom prst="line">
            <a:avLst/>
          </a:prstGeom>
          <a:solidFill>
            <a:srgbClr val="9C7DCC"/>
          </a:solidFill>
          <a:ln>
            <a:solidFill>
              <a:srgbClr val="9C7DCC"/>
            </a:solidFill>
          </a:ln>
        </p:spPr>
        <p:style>
          <a:lnRef idx="2">
            <a:schemeClr val="accent1">
              <a:shade val="15000"/>
            </a:schemeClr>
          </a:lnRef>
          <a:fillRef idx="1">
            <a:schemeClr val="accent1"/>
          </a:fillRef>
          <a:effectRef idx="0">
            <a:schemeClr val="accent1"/>
          </a:effectRef>
          <a:fontRef idx="minor">
            <a:schemeClr val="lt1"/>
          </a:fontRef>
        </p:style>
      </p:cxnSp>
      <p:cxnSp>
        <p:nvCxnSpPr>
          <p:cNvPr id="27" name="Connecteur droit 26">
            <a:extLst>
              <a:ext uri="{FF2B5EF4-FFF2-40B4-BE49-F238E27FC236}">
                <a16:creationId xmlns:a16="http://schemas.microsoft.com/office/drawing/2014/main" id="{74C97B34-0996-C89D-A98E-067B87A8F70C}"/>
              </a:ext>
            </a:extLst>
          </p:cNvPr>
          <p:cNvCxnSpPr>
            <a:cxnSpLocks/>
          </p:cNvCxnSpPr>
          <p:nvPr/>
        </p:nvCxnSpPr>
        <p:spPr>
          <a:xfrm>
            <a:off x="5444455" y="3965896"/>
            <a:ext cx="896010" cy="552148"/>
          </a:xfrm>
          <a:prstGeom prst="line">
            <a:avLst/>
          </a:prstGeom>
          <a:solidFill>
            <a:srgbClr val="9C7DCC"/>
          </a:solidFill>
          <a:ln>
            <a:solidFill>
              <a:srgbClr val="9C7DCC"/>
            </a:solidFill>
          </a:ln>
        </p:spPr>
        <p:style>
          <a:lnRef idx="2">
            <a:schemeClr val="accent1">
              <a:shade val="15000"/>
            </a:schemeClr>
          </a:lnRef>
          <a:fillRef idx="1">
            <a:schemeClr val="accent1"/>
          </a:fillRef>
          <a:effectRef idx="0">
            <a:schemeClr val="accent1"/>
          </a:effectRef>
          <a:fontRef idx="minor">
            <a:schemeClr val="lt1"/>
          </a:fontRef>
        </p:style>
      </p:cxnSp>
      <p:sp>
        <p:nvSpPr>
          <p:cNvPr id="29" name="Nuage 28">
            <a:extLst>
              <a:ext uri="{FF2B5EF4-FFF2-40B4-BE49-F238E27FC236}">
                <a16:creationId xmlns:a16="http://schemas.microsoft.com/office/drawing/2014/main" id="{F6DC3864-2992-60C7-7F47-C3B85EAF1C7F}"/>
              </a:ext>
            </a:extLst>
          </p:cNvPr>
          <p:cNvSpPr/>
          <p:nvPr/>
        </p:nvSpPr>
        <p:spPr>
          <a:xfrm>
            <a:off x="1144505" y="4349081"/>
            <a:ext cx="1283516" cy="645952"/>
          </a:xfrm>
          <a:prstGeom prst="cloud">
            <a:avLst/>
          </a:prstGeom>
          <a:solidFill>
            <a:srgbClr val="9C7DCC"/>
          </a:solidFill>
          <a:ln>
            <a:solidFill>
              <a:srgbClr val="9C7DC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050" b="1" dirty="0">
                <a:latin typeface="Poppins" panose="00000500000000000000" pitchFamily="2" charset="0"/>
                <a:cs typeface="Poppins" panose="00000500000000000000" pitchFamily="2" charset="0"/>
              </a:rPr>
              <a:t>HARDE OOGROK</a:t>
            </a:r>
          </a:p>
        </p:txBody>
      </p:sp>
      <p:cxnSp>
        <p:nvCxnSpPr>
          <p:cNvPr id="30" name="Connecteur droit 29">
            <a:extLst>
              <a:ext uri="{FF2B5EF4-FFF2-40B4-BE49-F238E27FC236}">
                <a16:creationId xmlns:a16="http://schemas.microsoft.com/office/drawing/2014/main" id="{6B18A793-4FCA-ECA6-92C4-83AEB0422DB7}"/>
              </a:ext>
            </a:extLst>
          </p:cNvPr>
          <p:cNvCxnSpPr>
            <a:cxnSpLocks/>
          </p:cNvCxnSpPr>
          <p:nvPr/>
        </p:nvCxnSpPr>
        <p:spPr>
          <a:xfrm>
            <a:off x="2417690" y="4672057"/>
            <a:ext cx="670364" cy="4196"/>
          </a:xfrm>
          <a:prstGeom prst="line">
            <a:avLst/>
          </a:prstGeom>
          <a:solidFill>
            <a:srgbClr val="9C7DCC"/>
          </a:solidFill>
          <a:ln>
            <a:solidFill>
              <a:srgbClr val="9C7DCC"/>
            </a:solidFill>
          </a:ln>
        </p:spPr>
        <p:style>
          <a:lnRef idx="2">
            <a:schemeClr val="accent1">
              <a:shade val="15000"/>
            </a:schemeClr>
          </a:lnRef>
          <a:fillRef idx="1">
            <a:schemeClr val="accent1"/>
          </a:fillRef>
          <a:effectRef idx="0">
            <a:schemeClr val="accent1"/>
          </a:effectRef>
          <a:fontRef idx="minor">
            <a:schemeClr val="lt1"/>
          </a:fontRef>
        </p:style>
      </p:cxnSp>
      <p:cxnSp>
        <p:nvCxnSpPr>
          <p:cNvPr id="31" name="Connecteur droit 30">
            <a:extLst>
              <a:ext uri="{FF2B5EF4-FFF2-40B4-BE49-F238E27FC236}">
                <a16:creationId xmlns:a16="http://schemas.microsoft.com/office/drawing/2014/main" id="{B009563E-C94E-1F22-8D3A-530066037C4A}"/>
              </a:ext>
            </a:extLst>
          </p:cNvPr>
          <p:cNvCxnSpPr>
            <a:cxnSpLocks/>
          </p:cNvCxnSpPr>
          <p:nvPr/>
        </p:nvCxnSpPr>
        <p:spPr>
          <a:xfrm flipV="1">
            <a:off x="3082034" y="4357470"/>
            <a:ext cx="739415" cy="322976"/>
          </a:xfrm>
          <a:prstGeom prst="line">
            <a:avLst/>
          </a:prstGeom>
          <a:solidFill>
            <a:srgbClr val="9C7DCC"/>
          </a:solidFill>
          <a:ln>
            <a:solidFill>
              <a:srgbClr val="9C7DCC"/>
            </a:solidFill>
          </a:ln>
        </p:spPr>
        <p:style>
          <a:lnRef idx="2">
            <a:schemeClr val="accent1">
              <a:shade val="15000"/>
            </a:schemeClr>
          </a:lnRef>
          <a:fillRef idx="1">
            <a:schemeClr val="accent1"/>
          </a:fillRef>
          <a:effectRef idx="0">
            <a:schemeClr val="accent1"/>
          </a:effectRef>
          <a:fontRef idx="minor">
            <a:schemeClr val="lt1"/>
          </a:fontRef>
        </p:style>
      </p:cxnSp>
      <p:sp>
        <p:nvSpPr>
          <p:cNvPr id="34" name="Nuage 33">
            <a:extLst>
              <a:ext uri="{FF2B5EF4-FFF2-40B4-BE49-F238E27FC236}">
                <a16:creationId xmlns:a16="http://schemas.microsoft.com/office/drawing/2014/main" id="{27671222-3755-53D1-95B4-7D6536757A3C}"/>
              </a:ext>
            </a:extLst>
          </p:cNvPr>
          <p:cNvSpPr/>
          <p:nvPr/>
        </p:nvSpPr>
        <p:spPr>
          <a:xfrm>
            <a:off x="1140524" y="5030745"/>
            <a:ext cx="1283516" cy="645952"/>
          </a:xfrm>
          <a:prstGeom prst="cloud">
            <a:avLst/>
          </a:prstGeom>
          <a:solidFill>
            <a:srgbClr val="9C7DCC"/>
          </a:solidFill>
          <a:ln>
            <a:solidFill>
              <a:srgbClr val="9C7DC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050" b="1" dirty="0">
                <a:latin typeface="Poppins" panose="00000500000000000000" pitchFamily="2" charset="0"/>
                <a:cs typeface="Poppins" panose="00000500000000000000" pitchFamily="2" charset="0"/>
              </a:rPr>
              <a:t>VAATVLIES</a:t>
            </a:r>
          </a:p>
        </p:txBody>
      </p:sp>
      <p:cxnSp>
        <p:nvCxnSpPr>
          <p:cNvPr id="35" name="Connecteur droit 34">
            <a:extLst>
              <a:ext uri="{FF2B5EF4-FFF2-40B4-BE49-F238E27FC236}">
                <a16:creationId xmlns:a16="http://schemas.microsoft.com/office/drawing/2014/main" id="{550AB126-E6A9-3AD7-6D43-27A598AA7F83}"/>
              </a:ext>
            </a:extLst>
          </p:cNvPr>
          <p:cNvCxnSpPr>
            <a:cxnSpLocks/>
          </p:cNvCxnSpPr>
          <p:nvPr/>
        </p:nvCxnSpPr>
        <p:spPr>
          <a:xfrm>
            <a:off x="2420059" y="5353721"/>
            <a:ext cx="670364" cy="4196"/>
          </a:xfrm>
          <a:prstGeom prst="line">
            <a:avLst/>
          </a:prstGeom>
          <a:solidFill>
            <a:srgbClr val="9C7DCC"/>
          </a:solidFill>
          <a:ln>
            <a:solidFill>
              <a:srgbClr val="9C7DCC"/>
            </a:solidFill>
          </a:ln>
        </p:spPr>
        <p:style>
          <a:lnRef idx="2">
            <a:schemeClr val="accent1">
              <a:shade val="15000"/>
            </a:schemeClr>
          </a:lnRef>
          <a:fillRef idx="1">
            <a:schemeClr val="accent1"/>
          </a:fillRef>
          <a:effectRef idx="0">
            <a:schemeClr val="accent1"/>
          </a:effectRef>
          <a:fontRef idx="minor">
            <a:schemeClr val="lt1"/>
          </a:fontRef>
        </p:style>
      </p:cxnSp>
      <p:cxnSp>
        <p:nvCxnSpPr>
          <p:cNvPr id="36" name="Connecteur droit 35">
            <a:extLst>
              <a:ext uri="{FF2B5EF4-FFF2-40B4-BE49-F238E27FC236}">
                <a16:creationId xmlns:a16="http://schemas.microsoft.com/office/drawing/2014/main" id="{58EE6D29-D922-97A0-A30D-B2E3EF149D4D}"/>
              </a:ext>
            </a:extLst>
          </p:cNvPr>
          <p:cNvCxnSpPr>
            <a:cxnSpLocks/>
          </p:cNvCxnSpPr>
          <p:nvPr/>
        </p:nvCxnSpPr>
        <p:spPr>
          <a:xfrm flipV="1">
            <a:off x="3080043" y="4306757"/>
            <a:ext cx="992676" cy="1046964"/>
          </a:xfrm>
          <a:prstGeom prst="line">
            <a:avLst/>
          </a:prstGeom>
          <a:solidFill>
            <a:srgbClr val="9C7DCC"/>
          </a:solidFill>
          <a:ln>
            <a:solidFill>
              <a:srgbClr val="9C7DCC"/>
            </a:solidFill>
          </a:ln>
        </p:spPr>
        <p:style>
          <a:lnRef idx="2">
            <a:schemeClr val="accent1">
              <a:shade val="15000"/>
            </a:schemeClr>
          </a:lnRef>
          <a:fillRef idx="1">
            <a:schemeClr val="accent1"/>
          </a:fillRef>
          <a:effectRef idx="0">
            <a:schemeClr val="accent1"/>
          </a:effectRef>
          <a:fontRef idx="minor">
            <a:schemeClr val="lt1"/>
          </a:fontRef>
        </p:style>
      </p:cxnSp>
      <p:sp>
        <p:nvSpPr>
          <p:cNvPr id="39" name="Nuage 38">
            <a:extLst>
              <a:ext uri="{FF2B5EF4-FFF2-40B4-BE49-F238E27FC236}">
                <a16:creationId xmlns:a16="http://schemas.microsoft.com/office/drawing/2014/main" id="{1328C96F-2A4C-E63E-597D-A0CE43B0BFBB}"/>
              </a:ext>
            </a:extLst>
          </p:cNvPr>
          <p:cNvSpPr/>
          <p:nvPr/>
        </p:nvSpPr>
        <p:spPr>
          <a:xfrm>
            <a:off x="1107888" y="5733658"/>
            <a:ext cx="1283516" cy="645952"/>
          </a:xfrm>
          <a:prstGeom prst="cloud">
            <a:avLst/>
          </a:prstGeom>
          <a:solidFill>
            <a:srgbClr val="9C7DCC"/>
          </a:solidFill>
          <a:ln>
            <a:solidFill>
              <a:srgbClr val="9C7DC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050" b="1" dirty="0">
                <a:latin typeface="Poppins" panose="00000500000000000000" pitchFamily="2" charset="0"/>
                <a:cs typeface="Poppins" panose="00000500000000000000" pitchFamily="2" charset="0"/>
              </a:rPr>
              <a:t>NETVLIES</a:t>
            </a:r>
          </a:p>
        </p:txBody>
      </p:sp>
      <p:cxnSp>
        <p:nvCxnSpPr>
          <p:cNvPr id="40" name="Connecteur droit 39">
            <a:extLst>
              <a:ext uri="{FF2B5EF4-FFF2-40B4-BE49-F238E27FC236}">
                <a16:creationId xmlns:a16="http://schemas.microsoft.com/office/drawing/2014/main" id="{39269874-1E0D-633F-7761-82EA1547D431}"/>
              </a:ext>
            </a:extLst>
          </p:cNvPr>
          <p:cNvCxnSpPr>
            <a:cxnSpLocks/>
          </p:cNvCxnSpPr>
          <p:nvPr/>
        </p:nvCxnSpPr>
        <p:spPr>
          <a:xfrm>
            <a:off x="2387423" y="6056634"/>
            <a:ext cx="670364" cy="4196"/>
          </a:xfrm>
          <a:prstGeom prst="line">
            <a:avLst/>
          </a:prstGeom>
          <a:solidFill>
            <a:srgbClr val="9C7DCC"/>
          </a:solidFill>
          <a:ln>
            <a:solidFill>
              <a:srgbClr val="9C7DCC"/>
            </a:solidFill>
          </a:ln>
        </p:spPr>
        <p:style>
          <a:lnRef idx="2">
            <a:schemeClr val="accent1">
              <a:shade val="15000"/>
            </a:schemeClr>
          </a:lnRef>
          <a:fillRef idx="1">
            <a:schemeClr val="accent1"/>
          </a:fillRef>
          <a:effectRef idx="0">
            <a:schemeClr val="accent1"/>
          </a:effectRef>
          <a:fontRef idx="minor">
            <a:schemeClr val="lt1"/>
          </a:fontRef>
        </p:style>
      </p:cxnSp>
      <p:cxnSp>
        <p:nvCxnSpPr>
          <p:cNvPr id="41" name="Connecteur droit 40">
            <a:extLst>
              <a:ext uri="{FF2B5EF4-FFF2-40B4-BE49-F238E27FC236}">
                <a16:creationId xmlns:a16="http://schemas.microsoft.com/office/drawing/2014/main" id="{6D685361-E585-BEF2-66AC-A5D06F1C5F45}"/>
              </a:ext>
            </a:extLst>
          </p:cNvPr>
          <p:cNvCxnSpPr>
            <a:cxnSpLocks/>
          </p:cNvCxnSpPr>
          <p:nvPr/>
        </p:nvCxnSpPr>
        <p:spPr>
          <a:xfrm flipV="1">
            <a:off x="3064368" y="4118059"/>
            <a:ext cx="1437782" cy="1938575"/>
          </a:xfrm>
          <a:prstGeom prst="line">
            <a:avLst/>
          </a:prstGeom>
          <a:solidFill>
            <a:srgbClr val="9C7DCC"/>
          </a:solidFill>
          <a:ln>
            <a:solidFill>
              <a:srgbClr val="9C7DCC"/>
            </a:solidFill>
          </a:ln>
        </p:spPr>
        <p:style>
          <a:lnRef idx="2">
            <a:schemeClr val="accent1">
              <a:shade val="15000"/>
            </a:schemeClr>
          </a:lnRef>
          <a:fillRef idx="1">
            <a:schemeClr val="accent1"/>
          </a:fillRef>
          <a:effectRef idx="0">
            <a:schemeClr val="accent1"/>
          </a:effectRef>
          <a:fontRef idx="minor">
            <a:schemeClr val="lt1"/>
          </a:fontRef>
        </p:style>
      </p:cxnSp>
      <p:sp>
        <p:nvSpPr>
          <p:cNvPr id="44" name="Nuage 43">
            <a:extLst>
              <a:ext uri="{FF2B5EF4-FFF2-40B4-BE49-F238E27FC236}">
                <a16:creationId xmlns:a16="http://schemas.microsoft.com/office/drawing/2014/main" id="{DC21E8FB-38D6-02F9-DD1F-BA846A0AB5B8}"/>
              </a:ext>
            </a:extLst>
          </p:cNvPr>
          <p:cNvSpPr/>
          <p:nvPr/>
        </p:nvSpPr>
        <p:spPr>
          <a:xfrm>
            <a:off x="1093385" y="3615474"/>
            <a:ext cx="1342779" cy="700859"/>
          </a:xfrm>
          <a:prstGeom prst="cloud">
            <a:avLst/>
          </a:prstGeom>
          <a:solidFill>
            <a:srgbClr val="9C7DCC"/>
          </a:solidFill>
          <a:ln>
            <a:solidFill>
              <a:srgbClr val="9C7DC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000" b="1" dirty="0">
                <a:latin typeface="Poppins" panose="00000500000000000000" pitchFamily="2" charset="0"/>
                <a:cs typeface="Poppins" panose="00000500000000000000" pitchFamily="2" charset="0"/>
              </a:rPr>
              <a:t>BLOEDVATEN VAN HET NETVLIES</a:t>
            </a:r>
          </a:p>
        </p:txBody>
      </p:sp>
      <p:cxnSp>
        <p:nvCxnSpPr>
          <p:cNvPr id="45" name="Connecteur droit 44">
            <a:extLst>
              <a:ext uri="{FF2B5EF4-FFF2-40B4-BE49-F238E27FC236}">
                <a16:creationId xmlns:a16="http://schemas.microsoft.com/office/drawing/2014/main" id="{45821FEA-56F2-6C82-E662-CBF059FD4F01}"/>
              </a:ext>
            </a:extLst>
          </p:cNvPr>
          <p:cNvCxnSpPr>
            <a:cxnSpLocks/>
          </p:cNvCxnSpPr>
          <p:nvPr/>
        </p:nvCxnSpPr>
        <p:spPr>
          <a:xfrm>
            <a:off x="2398627" y="3993357"/>
            <a:ext cx="906339" cy="0"/>
          </a:xfrm>
          <a:prstGeom prst="line">
            <a:avLst/>
          </a:prstGeom>
          <a:solidFill>
            <a:srgbClr val="9C7DCC"/>
          </a:solidFill>
          <a:ln>
            <a:solidFill>
              <a:srgbClr val="9C7DCC"/>
            </a:solidFill>
          </a:ln>
        </p:spPr>
        <p:style>
          <a:lnRef idx="2">
            <a:schemeClr val="accent1">
              <a:shade val="15000"/>
            </a:schemeClr>
          </a:lnRef>
          <a:fillRef idx="1">
            <a:schemeClr val="accent1"/>
          </a:fillRef>
          <a:effectRef idx="0">
            <a:schemeClr val="accent1"/>
          </a:effectRef>
          <a:fontRef idx="minor">
            <a:schemeClr val="lt1"/>
          </a:fontRef>
        </p:style>
      </p:cxnSp>
      <p:sp>
        <p:nvSpPr>
          <p:cNvPr id="47" name="Nuage 46">
            <a:extLst>
              <a:ext uri="{FF2B5EF4-FFF2-40B4-BE49-F238E27FC236}">
                <a16:creationId xmlns:a16="http://schemas.microsoft.com/office/drawing/2014/main" id="{E59D6E7C-4073-4CBF-A90D-18CDAC7ED715}"/>
              </a:ext>
            </a:extLst>
          </p:cNvPr>
          <p:cNvSpPr/>
          <p:nvPr/>
        </p:nvSpPr>
        <p:spPr>
          <a:xfrm>
            <a:off x="1140524" y="2936774"/>
            <a:ext cx="1283516" cy="645952"/>
          </a:xfrm>
          <a:prstGeom prst="cloud">
            <a:avLst/>
          </a:prstGeom>
          <a:solidFill>
            <a:srgbClr val="9C7DCC"/>
          </a:solidFill>
          <a:ln>
            <a:solidFill>
              <a:srgbClr val="9C7DC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050" b="1" dirty="0">
                <a:latin typeface="Poppins" panose="00000500000000000000" pitchFamily="2" charset="0"/>
                <a:cs typeface="Poppins" panose="00000500000000000000" pitchFamily="2" charset="0"/>
              </a:rPr>
              <a:t>OOGZENUW</a:t>
            </a:r>
          </a:p>
        </p:txBody>
      </p:sp>
      <p:cxnSp>
        <p:nvCxnSpPr>
          <p:cNvPr id="48" name="Connecteur droit 47">
            <a:extLst>
              <a:ext uri="{FF2B5EF4-FFF2-40B4-BE49-F238E27FC236}">
                <a16:creationId xmlns:a16="http://schemas.microsoft.com/office/drawing/2014/main" id="{8AD53327-6FC7-58EC-E93F-0B1D0B0FCD19}"/>
              </a:ext>
            </a:extLst>
          </p:cNvPr>
          <p:cNvCxnSpPr>
            <a:cxnSpLocks/>
          </p:cNvCxnSpPr>
          <p:nvPr/>
        </p:nvCxnSpPr>
        <p:spPr>
          <a:xfrm>
            <a:off x="2420059" y="3259750"/>
            <a:ext cx="617662" cy="11076"/>
          </a:xfrm>
          <a:prstGeom prst="line">
            <a:avLst/>
          </a:prstGeom>
          <a:solidFill>
            <a:srgbClr val="9C7DCC"/>
          </a:solidFill>
          <a:ln>
            <a:solidFill>
              <a:srgbClr val="9C7DCC"/>
            </a:solidFill>
          </a:ln>
        </p:spPr>
        <p:style>
          <a:lnRef idx="2">
            <a:schemeClr val="accent1">
              <a:shade val="15000"/>
            </a:schemeClr>
          </a:lnRef>
          <a:fillRef idx="1">
            <a:schemeClr val="accent1"/>
          </a:fillRef>
          <a:effectRef idx="0">
            <a:schemeClr val="accent1"/>
          </a:effectRef>
          <a:fontRef idx="minor">
            <a:schemeClr val="lt1"/>
          </a:fontRef>
        </p:style>
      </p:cxnSp>
      <p:cxnSp>
        <p:nvCxnSpPr>
          <p:cNvPr id="49" name="Connecteur droit 48">
            <a:extLst>
              <a:ext uri="{FF2B5EF4-FFF2-40B4-BE49-F238E27FC236}">
                <a16:creationId xmlns:a16="http://schemas.microsoft.com/office/drawing/2014/main" id="{621BCD58-04C4-76AE-C132-EEE3F95EB95D}"/>
              </a:ext>
            </a:extLst>
          </p:cNvPr>
          <p:cNvCxnSpPr>
            <a:cxnSpLocks/>
          </p:cNvCxnSpPr>
          <p:nvPr/>
        </p:nvCxnSpPr>
        <p:spPr>
          <a:xfrm>
            <a:off x="3021418" y="3269719"/>
            <a:ext cx="635610" cy="603132"/>
          </a:xfrm>
          <a:prstGeom prst="line">
            <a:avLst/>
          </a:prstGeom>
          <a:solidFill>
            <a:srgbClr val="9C7DCC"/>
          </a:solidFill>
          <a:ln>
            <a:solidFill>
              <a:srgbClr val="9C7DCC"/>
            </a:solidFill>
          </a:ln>
        </p:spPr>
        <p:style>
          <a:lnRef idx="2">
            <a:schemeClr val="accent1">
              <a:shade val="15000"/>
            </a:schemeClr>
          </a:lnRef>
          <a:fillRef idx="1">
            <a:schemeClr val="accent1"/>
          </a:fillRef>
          <a:effectRef idx="0">
            <a:schemeClr val="accent1"/>
          </a:effectRef>
          <a:fontRef idx="minor">
            <a:schemeClr val="lt1"/>
          </a:fontRef>
        </p:style>
      </p:cxnSp>
      <p:sp>
        <p:nvSpPr>
          <p:cNvPr id="51" name="Nuage 50">
            <a:extLst>
              <a:ext uri="{FF2B5EF4-FFF2-40B4-BE49-F238E27FC236}">
                <a16:creationId xmlns:a16="http://schemas.microsoft.com/office/drawing/2014/main" id="{FB233FAD-14A5-683B-5B24-B1353E2F2F91}"/>
              </a:ext>
            </a:extLst>
          </p:cNvPr>
          <p:cNvSpPr/>
          <p:nvPr/>
        </p:nvSpPr>
        <p:spPr>
          <a:xfrm>
            <a:off x="1107888" y="2234391"/>
            <a:ext cx="1329849" cy="649089"/>
          </a:xfrm>
          <a:prstGeom prst="cloud">
            <a:avLst/>
          </a:prstGeom>
          <a:solidFill>
            <a:srgbClr val="9C7DCC"/>
          </a:solidFill>
          <a:ln>
            <a:solidFill>
              <a:srgbClr val="9C7DC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050" b="1" dirty="0">
                <a:latin typeface="Poppins" panose="00000500000000000000" pitchFamily="2" charset="0"/>
                <a:cs typeface="Poppins" panose="00000500000000000000" pitchFamily="2" charset="0"/>
              </a:rPr>
              <a:t>MACULA</a:t>
            </a:r>
          </a:p>
        </p:txBody>
      </p:sp>
      <p:cxnSp>
        <p:nvCxnSpPr>
          <p:cNvPr id="52" name="Connecteur droit 51">
            <a:extLst>
              <a:ext uri="{FF2B5EF4-FFF2-40B4-BE49-F238E27FC236}">
                <a16:creationId xmlns:a16="http://schemas.microsoft.com/office/drawing/2014/main" id="{03CC4954-05FD-B12C-95EC-67EE7E3D93EE}"/>
              </a:ext>
            </a:extLst>
          </p:cNvPr>
          <p:cNvCxnSpPr>
            <a:cxnSpLocks/>
          </p:cNvCxnSpPr>
          <p:nvPr/>
        </p:nvCxnSpPr>
        <p:spPr>
          <a:xfrm>
            <a:off x="2344856" y="2560504"/>
            <a:ext cx="670364" cy="4196"/>
          </a:xfrm>
          <a:prstGeom prst="line">
            <a:avLst/>
          </a:prstGeom>
          <a:solidFill>
            <a:srgbClr val="9C7DCC"/>
          </a:solidFill>
          <a:ln>
            <a:solidFill>
              <a:srgbClr val="9C7DCC"/>
            </a:solidFill>
          </a:ln>
        </p:spPr>
        <p:style>
          <a:lnRef idx="2">
            <a:schemeClr val="accent1">
              <a:shade val="15000"/>
            </a:schemeClr>
          </a:lnRef>
          <a:fillRef idx="1">
            <a:schemeClr val="accent1"/>
          </a:fillRef>
          <a:effectRef idx="0">
            <a:schemeClr val="accent1"/>
          </a:effectRef>
          <a:fontRef idx="minor">
            <a:schemeClr val="lt1"/>
          </a:fontRef>
        </p:style>
      </p:cxnSp>
      <p:cxnSp>
        <p:nvCxnSpPr>
          <p:cNvPr id="53" name="Connecteur droit 52">
            <a:extLst>
              <a:ext uri="{FF2B5EF4-FFF2-40B4-BE49-F238E27FC236}">
                <a16:creationId xmlns:a16="http://schemas.microsoft.com/office/drawing/2014/main" id="{F560EA38-2F19-ADF4-A428-1ADE64C1B89C}"/>
              </a:ext>
            </a:extLst>
          </p:cNvPr>
          <p:cNvCxnSpPr>
            <a:cxnSpLocks/>
          </p:cNvCxnSpPr>
          <p:nvPr/>
        </p:nvCxnSpPr>
        <p:spPr>
          <a:xfrm>
            <a:off x="3019098" y="2558935"/>
            <a:ext cx="695941" cy="1112678"/>
          </a:xfrm>
          <a:prstGeom prst="line">
            <a:avLst/>
          </a:prstGeom>
          <a:solidFill>
            <a:srgbClr val="9C7DCC"/>
          </a:solidFill>
          <a:ln>
            <a:solidFill>
              <a:srgbClr val="9C7DCC"/>
            </a:solidFill>
          </a:ln>
        </p:spPr>
        <p:style>
          <a:lnRef idx="2">
            <a:schemeClr val="accent1">
              <a:shade val="15000"/>
            </a:schemeClr>
          </a:lnRef>
          <a:fillRef idx="1">
            <a:schemeClr val="accent1"/>
          </a:fillRef>
          <a:effectRef idx="0">
            <a:schemeClr val="accent1"/>
          </a:effectRef>
          <a:fontRef idx="minor">
            <a:schemeClr val="lt1"/>
          </a:fontRef>
        </p:style>
      </p:cxnSp>
      <p:sp>
        <p:nvSpPr>
          <p:cNvPr id="65" name="Nuage 64">
            <a:extLst>
              <a:ext uri="{FF2B5EF4-FFF2-40B4-BE49-F238E27FC236}">
                <a16:creationId xmlns:a16="http://schemas.microsoft.com/office/drawing/2014/main" id="{C82A0E73-2006-02F5-26A9-181A666DAA19}"/>
              </a:ext>
            </a:extLst>
          </p:cNvPr>
          <p:cNvSpPr/>
          <p:nvPr/>
        </p:nvSpPr>
        <p:spPr>
          <a:xfrm>
            <a:off x="1029372" y="1536626"/>
            <a:ext cx="1362032" cy="645952"/>
          </a:xfrm>
          <a:prstGeom prst="cloud">
            <a:avLst/>
          </a:prstGeom>
          <a:solidFill>
            <a:srgbClr val="9C7DCC"/>
          </a:solidFill>
          <a:ln>
            <a:solidFill>
              <a:srgbClr val="9C7DC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050" b="1" dirty="0">
                <a:latin typeface="Poppins" panose="00000500000000000000" pitchFamily="2" charset="0"/>
                <a:cs typeface="Poppins" panose="00000500000000000000" pitchFamily="2" charset="0"/>
              </a:rPr>
              <a:t>GLASACHTIG LICHAAM</a:t>
            </a:r>
          </a:p>
        </p:txBody>
      </p:sp>
      <p:cxnSp>
        <p:nvCxnSpPr>
          <p:cNvPr id="66" name="Connecteur droit 65">
            <a:extLst>
              <a:ext uri="{FF2B5EF4-FFF2-40B4-BE49-F238E27FC236}">
                <a16:creationId xmlns:a16="http://schemas.microsoft.com/office/drawing/2014/main" id="{7A2281C1-7A9E-4230-852B-460E55D4B4E8}"/>
              </a:ext>
            </a:extLst>
          </p:cNvPr>
          <p:cNvCxnSpPr>
            <a:cxnSpLocks/>
          </p:cNvCxnSpPr>
          <p:nvPr/>
        </p:nvCxnSpPr>
        <p:spPr>
          <a:xfrm>
            <a:off x="2387423" y="1859602"/>
            <a:ext cx="670364" cy="4196"/>
          </a:xfrm>
          <a:prstGeom prst="line">
            <a:avLst/>
          </a:prstGeom>
          <a:solidFill>
            <a:srgbClr val="9C7DCC"/>
          </a:solidFill>
          <a:ln>
            <a:solidFill>
              <a:srgbClr val="9C7DCC"/>
            </a:solidFill>
          </a:ln>
        </p:spPr>
        <p:style>
          <a:lnRef idx="2">
            <a:schemeClr val="accent1">
              <a:shade val="15000"/>
            </a:schemeClr>
          </a:lnRef>
          <a:fillRef idx="1">
            <a:schemeClr val="accent1"/>
          </a:fillRef>
          <a:effectRef idx="0">
            <a:schemeClr val="accent1"/>
          </a:effectRef>
          <a:fontRef idx="minor">
            <a:schemeClr val="lt1"/>
          </a:fontRef>
        </p:style>
      </p:cxnSp>
      <p:cxnSp>
        <p:nvCxnSpPr>
          <p:cNvPr id="67" name="Connecteur droit 66">
            <a:extLst>
              <a:ext uri="{FF2B5EF4-FFF2-40B4-BE49-F238E27FC236}">
                <a16:creationId xmlns:a16="http://schemas.microsoft.com/office/drawing/2014/main" id="{E692012F-C1A5-9F2D-7FB2-A6F87BD01416}"/>
              </a:ext>
            </a:extLst>
          </p:cNvPr>
          <p:cNvCxnSpPr>
            <a:cxnSpLocks/>
          </p:cNvCxnSpPr>
          <p:nvPr/>
        </p:nvCxnSpPr>
        <p:spPr>
          <a:xfrm>
            <a:off x="3064368" y="1863798"/>
            <a:ext cx="1104154" cy="1159606"/>
          </a:xfrm>
          <a:prstGeom prst="line">
            <a:avLst/>
          </a:prstGeom>
          <a:solidFill>
            <a:srgbClr val="9C7DCC"/>
          </a:solidFill>
          <a:ln>
            <a:solidFill>
              <a:srgbClr val="9C7DCC"/>
            </a:solidFill>
          </a:ln>
        </p:spPr>
        <p:style>
          <a:lnRef idx="2">
            <a:schemeClr val="accent1">
              <a:shade val="15000"/>
            </a:schemeClr>
          </a:lnRef>
          <a:fillRef idx="1">
            <a:schemeClr val="accent1"/>
          </a:fillRef>
          <a:effectRef idx="0">
            <a:schemeClr val="accent1"/>
          </a:effectRef>
          <a:fontRef idx="minor">
            <a:schemeClr val="lt1"/>
          </a:fontRef>
        </p:style>
      </p:cxnSp>
      <p:sp>
        <p:nvSpPr>
          <p:cNvPr id="74" name="Nuage 73">
            <a:extLst>
              <a:ext uri="{FF2B5EF4-FFF2-40B4-BE49-F238E27FC236}">
                <a16:creationId xmlns:a16="http://schemas.microsoft.com/office/drawing/2014/main" id="{05E94107-783D-765F-03A6-6CCC760F9566}"/>
              </a:ext>
            </a:extLst>
          </p:cNvPr>
          <p:cNvSpPr/>
          <p:nvPr/>
        </p:nvSpPr>
        <p:spPr>
          <a:xfrm>
            <a:off x="7034727" y="1510858"/>
            <a:ext cx="1652940" cy="645952"/>
          </a:xfrm>
          <a:prstGeom prst="cloud">
            <a:avLst/>
          </a:prstGeom>
          <a:solidFill>
            <a:srgbClr val="9C7DCC"/>
          </a:solidFill>
          <a:ln>
            <a:solidFill>
              <a:srgbClr val="9C7DC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050" b="1" dirty="0">
                <a:latin typeface="Poppins" panose="00000500000000000000" pitchFamily="2" charset="0"/>
                <a:cs typeface="Poppins" panose="00000500000000000000" pitchFamily="2" charset="0"/>
              </a:rPr>
              <a:t>KANAAL VAN SCHLEMM</a:t>
            </a:r>
          </a:p>
        </p:txBody>
      </p:sp>
      <p:cxnSp>
        <p:nvCxnSpPr>
          <p:cNvPr id="75" name="Connecteur droit 74">
            <a:extLst>
              <a:ext uri="{FF2B5EF4-FFF2-40B4-BE49-F238E27FC236}">
                <a16:creationId xmlns:a16="http://schemas.microsoft.com/office/drawing/2014/main" id="{8122097E-A97A-000C-75D5-1C66FD34E1A9}"/>
              </a:ext>
            </a:extLst>
          </p:cNvPr>
          <p:cNvCxnSpPr>
            <a:cxnSpLocks/>
          </p:cNvCxnSpPr>
          <p:nvPr/>
        </p:nvCxnSpPr>
        <p:spPr>
          <a:xfrm>
            <a:off x="6374694" y="1829638"/>
            <a:ext cx="671510" cy="4196"/>
          </a:xfrm>
          <a:prstGeom prst="line">
            <a:avLst/>
          </a:prstGeom>
          <a:solidFill>
            <a:srgbClr val="9C7DCC"/>
          </a:solidFill>
          <a:ln>
            <a:solidFill>
              <a:srgbClr val="9C7DCC"/>
            </a:solidFill>
          </a:ln>
        </p:spPr>
        <p:style>
          <a:lnRef idx="2">
            <a:schemeClr val="accent1">
              <a:shade val="15000"/>
            </a:schemeClr>
          </a:lnRef>
          <a:fillRef idx="1">
            <a:schemeClr val="accent1"/>
          </a:fillRef>
          <a:effectRef idx="0">
            <a:schemeClr val="accent1"/>
          </a:effectRef>
          <a:fontRef idx="minor">
            <a:schemeClr val="lt1"/>
          </a:fontRef>
        </p:style>
      </p:cxnSp>
      <p:cxnSp>
        <p:nvCxnSpPr>
          <p:cNvPr id="76" name="Connecteur droit 75">
            <a:extLst>
              <a:ext uri="{FF2B5EF4-FFF2-40B4-BE49-F238E27FC236}">
                <a16:creationId xmlns:a16="http://schemas.microsoft.com/office/drawing/2014/main" id="{AA67CBE6-0066-8A15-2326-AB4C8FC47633}"/>
              </a:ext>
            </a:extLst>
          </p:cNvPr>
          <p:cNvCxnSpPr>
            <a:cxnSpLocks/>
          </p:cNvCxnSpPr>
          <p:nvPr/>
        </p:nvCxnSpPr>
        <p:spPr>
          <a:xfrm flipV="1">
            <a:off x="5543550" y="1825871"/>
            <a:ext cx="828824" cy="1285722"/>
          </a:xfrm>
          <a:prstGeom prst="line">
            <a:avLst/>
          </a:prstGeom>
          <a:solidFill>
            <a:srgbClr val="9C7DCC"/>
          </a:solidFill>
          <a:ln>
            <a:solidFill>
              <a:srgbClr val="9C7DCC"/>
            </a:solidFill>
          </a:ln>
        </p:spPr>
        <p:style>
          <a:lnRef idx="2">
            <a:schemeClr val="accent1">
              <a:shade val="15000"/>
            </a:schemeClr>
          </a:lnRef>
          <a:fillRef idx="1">
            <a:schemeClr val="accent1"/>
          </a:fillRef>
          <a:effectRef idx="0">
            <a:schemeClr val="accent1"/>
          </a:effectRef>
          <a:fontRef idx="minor">
            <a:schemeClr val="lt1"/>
          </a:fontRef>
        </p:style>
      </p:cxnSp>
    </p:spTree>
    <p:extLst>
      <p:ext uri="{BB962C8B-B14F-4D97-AF65-F5344CB8AC3E}">
        <p14:creationId xmlns:p14="http://schemas.microsoft.com/office/powerpoint/2010/main" val="286065243"/>
      </p:ext>
    </p:extLst>
  </p:cSld>
  <p:clrMapOvr>
    <a:masterClrMapping/>
  </p:clrMapOvr>
</p:sld>
</file>

<file path=ppt/theme/theme1.xml><?xml version="1.0" encoding="utf-8"?>
<a:theme xmlns:a="http://schemas.openxmlformats.org/drawingml/2006/main" name="Thème Office">
  <a:themeElements>
    <a:clrScheme name="Thème 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Thème 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Thème 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2013 - 2022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Office 2013 - 2022 Theme</Template>
  <TotalTime>57</TotalTime>
  <Words>59</Words>
  <Application>Microsoft Office PowerPoint</Application>
  <PresentationFormat>Affichage à l'écran (4:3)</PresentationFormat>
  <Paragraphs>14</Paragraphs>
  <Slides>1</Slides>
  <Notes>0</Notes>
  <HiddenSlides>0</HiddenSlides>
  <MMClips>0</MMClips>
  <ScaleCrop>false</ScaleCrop>
  <HeadingPairs>
    <vt:vector size="6" baseType="variant">
      <vt:variant>
        <vt:lpstr>Polices utilisées</vt:lpstr>
      </vt:variant>
      <vt:variant>
        <vt:i4>4</vt:i4>
      </vt:variant>
      <vt:variant>
        <vt:lpstr>Thème</vt:lpstr>
      </vt:variant>
      <vt:variant>
        <vt:i4>1</vt:i4>
      </vt:variant>
      <vt:variant>
        <vt:lpstr>Titres des diapositives</vt:lpstr>
      </vt:variant>
      <vt:variant>
        <vt:i4>1</vt:i4>
      </vt:variant>
    </vt:vector>
  </HeadingPairs>
  <TitlesOfParts>
    <vt:vector size="6" baseType="lpstr">
      <vt:lpstr>Arial</vt:lpstr>
      <vt:lpstr>Calibri</vt:lpstr>
      <vt:lpstr>Calibri Light</vt:lpstr>
      <vt:lpstr>Poppins</vt:lpstr>
      <vt:lpstr>Thème Office</vt:lpstr>
      <vt:lpstr>Présentation PowerPoint</vt:lpstr>
    </vt:vector>
  </TitlesOfParts>
  <Company>SERVIER</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Présentation PowerPoint</dc:title>
  <dc:creator>ROTA HUGO SI</dc:creator>
  <cp:lastModifiedBy>ROTA HUGO SI</cp:lastModifiedBy>
  <cp:revision>2</cp:revision>
  <dcterms:created xsi:type="dcterms:W3CDTF">2024-05-16T14:55:27Z</dcterms:created>
  <dcterms:modified xsi:type="dcterms:W3CDTF">2024-07-03T14:03:37Z</dcterms:modified>
</cp:coreProperties>
</file>