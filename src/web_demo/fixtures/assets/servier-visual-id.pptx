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Servier Medical Art illustration adapted (CC BY 4.0). https://creativecommons.org/licenses/by/4.0/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76200"/>
            <a:ext cx="9144000" cy="754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>
                <a:solidFill>
                  <a:srgbClr val="9C7DC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SISTEM PENGLIHATAN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Poppins" panose="00000500000000000000" pitchFamily="2" charset="0"/>
                <a:cs typeface="Poppins" panose="00000500000000000000" pitchFamily="2" charset="0"/>
              </a:rPr>
              <a:t>Sistem penglihatan menangkap cahaya dari lingkungan dan mengubahnya menjadi sinyal listrik yang kemudian ditafsirkan oleh otak menjadi gambar, sehingga memungkinkan persepsi warna, bentuk, kedalaman, dan gerakan.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6817960" y="218791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KORNEA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6817960" y="2833870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IRIS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6817960" y="349530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PUPIL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805968" y="41966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LENSA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954005" y="43490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SKLERA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950024" y="5030745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KOROID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917388" y="573365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RETINA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902885" y="3615474"/>
            <a:ext cx="1723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PEMBULUH DARAH RETINA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950024" y="2936774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SARAF OPTIK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917388" y="2234391"/>
            <a:ext cx="1710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MAKULA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838872" y="1536626"/>
            <a:ext cx="1743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BADAN KACA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6844227" y="1510858"/>
            <a:ext cx="2033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KANAL SCHLEMM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