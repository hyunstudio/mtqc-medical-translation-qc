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SISTEM PENGLIHATAN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Sistem penglihatan menangkap cahaya dari lingkungan dan mengubahnya menjadi sinyal listrik yang kemudian ditafsirkan oleh otak menjadi gambar, sehingga memungkinkan persepsi warna, bentuk, kedalaman, dan gerakan.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KORNEA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IRIS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PUPIL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LENSA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SKLERA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KOROID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RETINA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PEMBULUH DARAH RETINA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SARAF OPTIK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MAKULA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BADAN KACA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KANAL SCHLEMM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