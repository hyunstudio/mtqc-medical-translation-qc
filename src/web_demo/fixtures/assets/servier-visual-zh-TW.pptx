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FB140520-6CC9-8398-5BBC-338790D77AF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5719" y="6018062"/>
            <a:ext cx="1397947" cy="466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All SMART images are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licensed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under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Creative Commons Attribution 4.0 </a:t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Share,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adapt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and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enhance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your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presentations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with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the power of open collaboration. </a:t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https://creativecommons.org/licenses/by/4.0/</a:t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9C18B3B-3B5B-F650-4348-B2A33155E287}"/>
              </a:ext>
            </a:extLst>
          </p:cNvPr>
          <p:cNvSpPr txBox="1"/>
          <p:nvPr userDrawn="1"/>
        </p:nvSpPr>
        <p:spPr>
          <a:xfrm>
            <a:off x="5629013" y="6133850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i="1" dirty="0" err="1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Educational</a:t>
            </a:r>
            <a:r>
              <a:rPr lang="fr-FR" i="1" dirty="0">
                <a:solidFill>
                  <a:srgbClr val="24226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Tools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429A786-9DA0-29B4-DDC0-97337C848C9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7195" y="96116"/>
            <a:ext cx="862064" cy="735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sz="4800" b="1" dirty="0">
                <a:solidFill>
                  <a:srgbClr val="9C7DCC"/>
                </a:solidFill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視覺系統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sz="1200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視覺系統接收環境中的光線並將其轉換為電訊號，再由大腦解讀形成影像，使人能感知顏色、形狀、深度及動態。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7008460" y="218791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角膜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7008460" y="2833870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虹膜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7008460" y="349530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瞳孔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996468" y="41966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水晶體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1144505" y="4349081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鞏膜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1140524" y="5030745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脈絡膜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1107888" y="5733658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視網膜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1093385" y="3615474"/>
            <a:ext cx="1342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視網膜血管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1140524" y="2936774"/>
            <a:ext cx="1283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視神經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1107888" y="2234391"/>
            <a:ext cx="1329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黃斑部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1029372" y="1536626"/>
            <a:ext cx="1362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玻璃體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7034727" y="1510858"/>
            <a:ext cx="1652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sz="1050" b="1" dirty="0">
                <a:latin typeface="Poppins" panose="00000500000000000000" pitchFamily="2" charset="0"/>
                <a:ea typeface="Microsoft JhengHei"/>
                <a:cs typeface="Poppins" panose="00000500000000000000" pitchFamily="2" charset="0"/>
              </a:rPr>
              <a:t>施萊姆氏管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