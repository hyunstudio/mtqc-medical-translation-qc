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Servier Medical Art illustration adapted (CC BY 4.0). https://creativecommons.org/licenses/by/4.0/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76200"/>
            <a:ext cx="9144000" cy="75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sz="4400" b="1" dirty="0">
                <a:solidFill>
                  <a:srgbClr val="9C7DCC"/>
                </a:solidFill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시각계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sz="1100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시각계는 주변 환경의 빛을 받아 전기 신호로 변환하고, 뇌가 이 신호를 해석해 영상을 형성함으로써 색, 형태, 깊이, 움직임을 지각할 수 있게 합니다.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6817960" y="218791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각막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6817960" y="2833870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홍채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6817960" y="349530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동공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805968" y="41966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수정체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954005" y="43490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공막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950024" y="5030745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맥락막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917388" y="573365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망막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902885" y="3615474"/>
            <a:ext cx="1723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망막 혈관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950024" y="2936774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시신경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917388" y="2234391"/>
            <a:ext cx="1710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황반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838872" y="1536626"/>
            <a:ext cx="1743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유리체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6844227" y="1510858"/>
            <a:ext cx="2033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50" b="1" dirty="0">
                <a:latin typeface="Poppins" panose="00000500000000000000" pitchFamily="2" charset="0"/>
                <a:ea typeface="Malgun Gothic"/>
                <a:cs typeface="Poppins" panose="00000500000000000000" pitchFamily="2" charset="0"/>
              </a:rPr>
              <a:t>슐렘관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