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C7DCC"/>
    <a:srgbClr val="47BF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FCCA95A-6217-44AF-8279-DB38BFB5EAD6}" v="26" dt="2024-07-03T13:57:56.59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4" d="100"/>
          <a:sy n="114" d="100"/>
        </p:scale>
        <p:origin x="624" y="18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microsoft.com/office/2015/10/relationships/revisionInfo" Target="revisionInfo.xml"/><Relationship Id="rId3" Type="http://schemas.openxmlformats.org/officeDocument/2006/relationships/presProps" Target="presProps.xml"/><Relationship Id="rId7"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OTA HUGO SI" userId="f084d78e-b525-4b91-8087-634c06aecf4c" providerId="ADAL" clId="{FFCCA95A-6217-44AF-8279-DB38BFB5EAD6}"/>
    <pc:docChg chg="undo custSel modSld">
      <pc:chgData name="ROTA HUGO SI" userId="f084d78e-b525-4b91-8087-634c06aecf4c" providerId="ADAL" clId="{FFCCA95A-6217-44AF-8279-DB38BFB5EAD6}" dt="2024-07-03T14:03:30.636" v="565" actId="14100"/>
      <pc:docMkLst>
        <pc:docMk/>
      </pc:docMkLst>
      <pc:sldChg chg="addSp delSp modSp mod">
        <pc:chgData name="ROTA HUGO SI" userId="f084d78e-b525-4b91-8087-634c06aecf4c" providerId="ADAL" clId="{FFCCA95A-6217-44AF-8279-DB38BFB5EAD6}" dt="2024-07-03T14:03:30.636" v="565" actId="14100"/>
        <pc:sldMkLst>
          <pc:docMk/>
          <pc:sldMk cId="286065243" sldId="256"/>
        </pc:sldMkLst>
        <pc:spChg chg="add mod">
          <ac:chgData name="ROTA HUGO SI" userId="f084d78e-b525-4b91-8087-634c06aecf4c" providerId="ADAL" clId="{FFCCA95A-6217-44AF-8279-DB38BFB5EAD6}" dt="2024-07-03T13:20:25.451" v="85" actId="1076"/>
          <ac:spMkLst>
            <pc:docMk/>
            <pc:sldMk cId="286065243" sldId="256"/>
            <ac:spMk id="2" creationId="{E75B43A1-8959-0F7A-A696-6999D14AF92E}"/>
          </ac:spMkLst>
        </pc:spChg>
        <pc:spChg chg="add mod">
          <ac:chgData name="ROTA HUGO SI" userId="f084d78e-b525-4b91-8087-634c06aecf4c" providerId="ADAL" clId="{FFCCA95A-6217-44AF-8279-DB38BFB5EAD6}" dt="2024-07-03T13:58:37.881" v="429" actId="1076"/>
          <ac:spMkLst>
            <pc:docMk/>
            <pc:sldMk cId="286065243" sldId="256"/>
            <ac:spMk id="3" creationId="{21082E92-68E4-7BC2-ED8D-83E1473D11D4}"/>
          </ac:spMkLst>
        </pc:spChg>
        <pc:spChg chg="add mod">
          <ac:chgData name="ROTA HUGO SI" userId="f084d78e-b525-4b91-8087-634c06aecf4c" providerId="ADAL" clId="{FFCCA95A-6217-44AF-8279-DB38BFB5EAD6}" dt="2024-07-03T14:03:30.636" v="565" actId="14100"/>
          <ac:spMkLst>
            <pc:docMk/>
            <pc:sldMk cId="286065243" sldId="256"/>
            <ac:spMk id="4" creationId="{11AE43F3-E010-8E11-260C-16631D56D260}"/>
          </ac:spMkLst>
        </pc:spChg>
        <pc:spChg chg="add mod">
          <ac:chgData name="ROTA HUGO SI" userId="f084d78e-b525-4b91-8087-634c06aecf4c" providerId="ADAL" clId="{FFCCA95A-6217-44AF-8279-DB38BFB5EAD6}" dt="2024-07-03T13:58:51.194" v="459" actId="1036"/>
          <ac:spMkLst>
            <pc:docMk/>
            <pc:sldMk cId="286065243" sldId="256"/>
            <ac:spMk id="6" creationId="{85FEC2D6-FDF8-C2BE-8C45-E5E370129F54}"/>
          </ac:spMkLst>
        </pc:spChg>
        <pc:spChg chg="add mod">
          <ac:chgData name="ROTA HUGO SI" userId="f084d78e-b525-4b91-8087-634c06aecf4c" providerId="ADAL" clId="{FFCCA95A-6217-44AF-8279-DB38BFB5EAD6}" dt="2024-07-03T13:58:51.194" v="459" actId="1036"/>
          <ac:spMkLst>
            <pc:docMk/>
            <pc:sldMk cId="286065243" sldId="256"/>
            <ac:spMk id="7" creationId="{91AF73B8-4A93-0DA1-002F-94AA0E77300F}"/>
          </ac:spMkLst>
        </pc:spChg>
        <pc:spChg chg="add del mod">
          <ac:chgData name="ROTA HUGO SI" userId="f084d78e-b525-4b91-8087-634c06aecf4c" providerId="ADAL" clId="{FFCCA95A-6217-44AF-8279-DB38BFB5EAD6}" dt="2024-07-03T13:38:30.007" v="106"/>
          <ac:spMkLst>
            <pc:docMk/>
            <pc:sldMk cId="286065243" sldId="256"/>
            <ac:spMk id="15" creationId="{DAF895CB-E580-BD56-40F6-3BB61875734A}"/>
          </ac:spMkLst>
        </pc:spChg>
        <pc:spChg chg="add mod">
          <ac:chgData name="ROTA HUGO SI" userId="f084d78e-b525-4b91-8087-634c06aecf4c" providerId="ADAL" clId="{FFCCA95A-6217-44AF-8279-DB38BFB5EAD6}" dt="2024-07-03T13:58:51.194" v="459" actId="1036"/>
          <ac:spMkLst>
            <pc:docMk/>
            <pc:sldMk cId="286065243" sldId="256"/>
            <ac:spMk id="19" creationId="{3D118DAE-6734-3B59-B89F-5DF0FA1E7576}"/>
          </ac:spMkLst>
        </pc:spChg>
        <pc:spChg chg="add mod">
          <ac:chgData name="ROTA HUGO SI" userId="f084d78e-b525-4b91-8087-634c06aecf4c" providerId="ADAL" clId="{FFCCA95A-6217-44AF-8279-DB38BFB5EAD6}" dt="2024-07-03T13:58:51.194" v="459" actId="1036"/>
          <ac:spMkLst>
            <pc:docMk/>
            <pc:sldMk cId="286065243" sldId="256"/>
            <ac:spMk id="25" creationId="{321EA73F-7031-2030-2605-3394F01D3A99}"/>
          </ac:spMkLst>
        </pc:spChg>
        <pc:spChg chg="add mod">
          <ac:chgData name="ROTA HUGO SI" userId="f084d78e-b525-4b91-8087-634c06aecf4c" providerId="ADAL" clId="{FFCCA95A-6217-44AF-8279-DB38BFB5EAD6}" dt="2024-07-03T13:59:18.305" v="508" actId="1037"/>
          <ac:spMkLst>
            <pc:docMk/>
            <pc:sldMk cId="286065243" sldId="256"/>
            <ac:spMk id="29" creationId="{F6DC3864-2992-60C7-7F47-C3B85EAF1C7F}"/>
          </ac:spMkLst>
        </pc:spChg>
        <pc:spChg chg="add mod">
          <ac:chgData name="ROTA HUGO SI" userId="f084d78e-b525-4b91-8087-634c06aecf4c" providerId="ADAL" clId="{FFCCA95A-6217-44AF-8279-DB38BFB5EAD6}" dt="2024-07-03T13:59:18.305" v="508" actId="1037"/>
          <ac:spMkLst>
            <pc:docMk/>
            <pc:sldMk cId="286065243" sldId="256"/>
            <ac:spMk id="34" creationId="{27671222-3755-53D1-95B4-7D6536757A3C}"/>
          </ac:spMkLst>
        </pc:spChg>
        <pc:spChg chg="add mod">
          <ac:chgData name="ROTA HUGO SI" userId="f084d78e-b525-4b91-8087-634c06aecf4c" providerId="ADAL" clId="{FFCCA95A-6217-44AF-8279-DB38BFB5EAD6}" dt="2024-07-03T13:59:18.305" v="508" actId="1037"/>
          <ac:spMkLst>
            <pc:docMk/>
            <pc:sldMk cId="286065243" sldId="256"/>
            <ac:spMk id="39" creationId="{1328C96F-2A4C-E63E-597D-A0CE43B0BFBB}"/>
          </ac:spMkLst>
        </pc:spChg>
        <pc:spChg chg="add mod">
          <ac:chgData name="ROTA HUGO SI" userId="f084d78e-b525-4b91-8087-634c06aecf4c" providerId="ADAL" clId="{FFCCA95A-6217-44AF-8279-DB38BFB5EAD6}" dt="2024-07-03T13:59:18.305" v="508" actId="1037"/>
          <ac:spMkLst>
            <pc:docMk/>
            <pc:sldMk cId="286065243" sldId="256"/>
            <ac:spMk id="44" creationId="{DC21E8FB-38D6-02F9-DD1F-BA846A0AB5B8}"/>
          </ac:spMkLst>
        </pc:spChg>
        <pc:spChg chg="add mod">
          <ac:chgData name="ROTA HUGO SI" userId="f084d78e-b525-4b91-8087-634c06aecf4c" providerId="ADAL" clId="{FFCCA95A-6217-44AF-8279-DB38BFB5EAD6}" dt="2024-07-03T13:59:18.305" v="508" actId="1037"/>
          <ac:spMkLst>
            <pc:docMk/>
            <pc:sldMk cId="286065243" sldId="256"/>
            <ac:spMk id="47" creationId="{E59D6E7C-4073-4CBF-A90D-18CDAC7ED715}"/>
          </ac:spMkLst>
        </pc:spChg>
        <pc:spChg chg="add mod">
          <ac:chgData name="ROTA HUGO SI" userId="f084d78e-b525-4b91-8087-634c06aecf4c" providerId="ADAL" clId="{FFCCA95A-6217-44AF-8279-DB38BFB5EAD6}" dt="2024-07-03T13:59:18.305" v="508" actId="1037"/>
          <ac:spMkLst>
            <pc:docMk/>
            <pc:sldMk cId="286065243" sldId="256"/>
            <ac:spMk id="51" creationId="{FB233FAD-14A5-683B-5B24-B1353E2F2F91}"/>
          </ac:spMkLst>
        </pc:spChg>
        <pc:spChg chg="add del mod">
          <ac:chgData name="ROTA HUGO SI" userId="f084d78e-b525-4b91-8087-634c06aecf4c" providerId="ADAL" clId="{FFCCA95A-6217-44AF-8279-DB38BFB5EAD6}" dt="2024-07-03T13:51:55.997" v="307"/>
          <ac:spMkLst>
            <pc:docMk/>
            <pc:sldMk cId="286065243" sldId="256"/>
            <ac:spMk id="62" creationId="{1F85F996-2414-BD5B-944C-B121563C32B3}"/>
          </ac:spMkLst>
        </pc:spChg>
        <pc:spChg chg="add mod">
          <ac:chgData name="ROTA HUGO SI" userId="f084d78e-b525-4b91-8087-634c06aecf4c" providerId="ADAL" clId="{FFCCA95A-6217-44AF-8279-DB38BFB5EAD6}" dt="2024-07-03T13:59:18.305" v="508" actId="1037"/>
          <ac:spMkLst>
            <pc:docMk/>
            <pc:sldMk cId="286065243" sldId="256"/>
            <ac:spMk id="65" creationId="{C82A0E73-2006-02F5-26A9-181A666DAA19}"/>
          </ac:spMkLst>
        </pc:spChg>
        <pc:spChg chg="add del mod">
          <ac:chgData name="ROTA HUGO SI" userId="f084d78e-b525-4b91-8087-634c06aecf4c" providerId="ADAL" clId="{FFCCA95A-6217-44AF-8279-DB38BFB5EAD6}" dt="2024-07-03T13:53:48.869" v="363"/>
          <ac:spMkLst>
            <pc:docMk/>
            <pc:sldMk cId="286065243" sldId="256"/>
            <ac:spMk id="71" creationId="{7F30CBA5-9221-CD41-4712-99073C02D224}"/>
          </ac:spMkLst>
        </pc:spChg>
        <pc:spChg chg="add mod">
          <ac:chgData name="ROTA HUGO SI" userId="f084d78e-b525-4b91-8087-634c06aecf4c" providerId="ADAL" clId="{FFCCA95A-6217-44AF-8279-DB38BFB5EAD6}" dt="2024-07-03T13:58:51.194" v="459" actId="1036"/>
          <ac:spMkLst>
            <pc:docMk/>
            <pc:sldMk cId="286065243" sldId="256"/>
            <ac:spMk id="74" creationId="{05E94107-783D-765F-03A6-6CCC760F9566}"/>
          </ac:spMkLst>
        </pc:spChg>
        <pc:spChg chg="add del mod">
          <ac:chgData name="ROTA HUGO SI" userId="f084d78e-b525-4b91-8087-634c06aecf4c" providerId="ADAL" clId="{FFCCA95A-6217-44AF-8279-DB38BFB5EAD6}" dt="2024-07-03T13:57:56.590" v="396"/>
          <ac:spMkLst>
            <pc:docMk/>
            <pc:sldMk cId="286065243" sldId="256"/>
            <ac:spMk id="81" creationId="{E781E1D2-A0C9-429F-7DD8-80480150140F}"/>
          </ac:spMkLst>
        </pc:spChg>
        <pc:picChg chg="add mod">
          <ac:chgData name="ROTA HUGO SI" userId="f084d78e-b525-4b91-8087-634c06aecf4c" providerId="ADAL" clId="{FFCCA95A-6217-44AF-8279-DB38BFB5EAD6}" dt="2024-07-03T14:00:37.951" v="523" actId="1076"/>
          <ac:picMkLst>
            <pc:docMk/>
            <pc:sldMk cId="286065243" sldId="256"/>
            <ac:picMk id="5" creationId="{1917E866-12E2-E440-4FAB-D8DDF66AE5FD}"/>
          </ac:picMkLst>
        </pc:picChg>
        <pc:cxnChg chg="add mod">
          <ac:chgData name="ROTA HUGO SI" userId="f084d78e-b525-4b91-8087-634c06aecf4c" providerId="ADAL" clId="{FFCCA95A-6217-44AF-8279-DB38BFB5EAD6}" dt="2024-07-03T13:58:51.194" v="459" actId="1036"/>
          <ac:cxnSpMkLst>
            <pc:docMk/>
            <pc:sldMk cId="286065243" sldId="256"/>
            <ac:cxnSpMk id="8" creationId="{A1A1EFEA-240B-6172-DE4A-F4682E0920B5}"/>
          </ac:cxnSpMkLst>
        </pc:cxnChg>
        <pc:cxnChg chg="add mod">
          <ac:chgData name="ROTA HUGO SI" userId="f084d78e-b525-4b91-8087-634c06aecf4c" providerId="ADAL" clId="{FFCCA95A-6217-44AF-8279-DB38BFB5EAD6}" dt="2024-07-03T13:58:51.194" v="459" actId="1036"/>
          <ac:cxnSpMkLst>
            <pc:docMk/>
            <pc:sldMk cId="286065243" sldId="256"/>
            <ac:cxnSpMk id="9" creationId="{2672CEA5-B97D-55B6-E8DF-D13BC18FD03E}"/>
          </ac:cxnSpMkLst>
        </pc:cxnChg>
        <pc:cxnChg chg="add del mod">
          <ac:chgData name="ROTA HUGO SI" userId="f084d78e-b525-4b91-8087-634c06aecf4c" providerId="ADAL" clId="{FFCCA95A-6217-44AF-8279-DB38BFB5EAD6}" dt="2024-07-03T13:38:30.007" v="106"/>
          <ac:cxnSpMkLst>
            <pc:docMk/>
            <pc:sldMk cId="286065243" sldId="256"/>
            <ac:cxnSpMk id="16" creationId="{4408D6BC-C50E-48CD-774D-92CB06353270}"/>
          </ac:cxnSpMkLst>
        </pc:cxnChg>
        <pc:cxnChg chg="add mod">
          <ac:chgData name="ROTA HUGO SI" userId="f084d78e-b525-4b91-8087-634c06aecf4c" providerId="ADAL" clId="{FFCCA95A-6217-44AF-8279-DB38BFB5EAD6}" dt="2024-07-03T13:58:51.194" v="459" actId="1036"/>
          <ac:cxnSpMkLst>
            <pc:docMk/>
            <pc:sldMk cId="286065243" sldId="256"/>
            <ac:cxnSpMk id="17" creationId="{F6EA4945-2695-2AAE-1C90-92E85C66CBC2}"/>
          </ac:cxnSpMkLst>
        </pc:cxnChg>
        <pc:cxnChg chg="add del mod">
          <ac:chgData name="ROTA HUGO SI" userId="f084d78e-b525-4b91-8087-634c06aecf4c" providerId="ADAL" clId="{FFCCA95A-6217-44AF-8279-DB38BFB5EAD6}" dt="2024-07-03T13:39:49.026" v="118" actId="478"/>
          <ac:cxnSpMkLst>
            <pc:docMk/>
            <pc:sldMk cId="286065243" sldId="256"/>
            <ac:cxnSpMk id="20" creationId="{DC9FE56E-BBE7-7FC4-CA67-2148E3817685}"/>
          </ac:cxnSpMkLst>
        </pc:cxnChg>
        <pc:cxnChg chg="add mod">
          <ac:chgData name="ROTA HUGO SI" userId="f084d78e-b525-4b91-8087-634c06aecf4c" providerId="ADAL" clId="{FFCCA95A-6217-44AF-8279-DB38BFB5EAD6}" dt="2024-07-03T13:58:51.194" v="459" actId="1036"/>
          <ac:cxnSpMkLst>
            <pc:docMk/>
            <pc:sldMk cId="286065243" sldId="256"/>
            <ac:cxnSpMk id="24" creationId="{3E4E2DEE-EFD6-896E-3B20-2F20FDE0039A}"/>
          </ac:cxnSpMkLst>
        </pc:cxnChg>
        <pc:cxnChg chg="add mod">
          <ac:chgData name="ROTA HUGO SI" userId="f084d78e-b525-4b91-8087-634c06aecf4c" providerId="ADAL" clId="{FFCCA95A-6217-44AF-8279-DB38BFB5EAD6}" dt="2024-07-03T13:58:51.194" v="459" actId="1036"/>
          <ac:cxnSpMkLst>
            <pc:docMk/>
            <pc:sldMk cId="286065243" sldId="256"/>
            <ac:cxnSpMk id="26" creationId="{2FB02829-5835-F231-38CE-F5933F3A3537}"/>
          </ac:cxnSpMkLst>
        </pc:cxnChg>
        <pc:cxnChg chg="add mod">
          <ac:chgData name="ROTA HUGO SI" userId="f084d78e-b525-4b91-8087-634c06aecf4c" providerId="ADAL" clId="{FFCCA95A-6217-44AF-8279-DB38BFB5EAD6}" dt="2024-07-03T13:58:51.194" v="459" actId="1036"/>
          <ac:cxnSpMkLst>
            <pc:docMk/>
            <pc:sldMk cId="286065243" sldId="256"/>
            <ac:cxnSpMk id="27" creationId="{74C97B34-0996-C89D-A98E-067B87A8F70C}"/>
          </ac:cxnSpMkLst>
        </pc:cxnChg>
        <pc:cxnChg chg="add mod">
          <ac:chgData name="ROTA HUGO SI" userId="f084d78e-b525-4b91-8087-634c06aecf4c" providerId="ADAL" clId="{FFCCA95A-6217-44AF-8279-DB38BFB5EAD6}" dt="2024-07-03T14:00:23.864" v="520" actId="14100"/>
          <ac:cxnSpMkLst>
            <pc:docMk/>
            <pc:sldMk cId="286065243" sldId="256"/>
            <ac:cxnSpMk id="30" creationId="{6B18A793-4FCA-ECA6-92C4-83AEB0422DB7}"/>
          </ac:cxnSpMkLst>
        </pc:cxnChg>
        <pc:cxnChg chg="add mod">
          <ac:chgData name="ROTA HUGO SI" userId="f084d78e-b525-4b91-8087-634c06aecf4c" providerId="ADAL" clId="{FFCCA95A-6217-44AF-8279-DB38BFB5EAD6}" dt="2024-07-03T14:01:02.867" v="530" actId="1037"/>
          <ac:cxnSpMkLst>
            <pc:docMk/>
            <pc:sldMk cId="286065243" sldId="256"/>
            <ac:cxnSpMk id="31" creationId="{B009563E-C94E-1F22-8D3A-530066037C4A}"/>
          </ac:cxnSpMkLst>
        </pc:cxnChg>
        <pc:cxnChg chg="add mod">
          <ac:chgData name="ROTA HUGO SI" userId="f084d78e-b525-4b91-8087-634c06aecf4c" providerId="ADAL" clId="{FFCCA95A-6217-44AF-8279-DB38BFB5EAD6}" dt="2024-07-03T13:59:55.397" v="516" actId="14100"/>
          <ac:cxnSpMkLst>
            <pc:docMk/>
            <pc:sldMk cId="286065243" sldId="256"/>
            <ac:cxnSpMk id="35" creationId="{550AB126-E6A9-3AD7-6D43-27A598AA7F83}"/>
          </ac:cxnSpMkLst>
        </pc:cxnChg>
        <pc:cxnChg chg="add mod">
          <ac:chgData name="ROTA HUGO SI" userId="f084d78e-b525-4b91-8087-634c06aecf4c" providerId="ADAL" clId="{FFCCA95A-6217-44AF-8279-DB38BFB5EAD6}" dt="2024-07-03T14:01:08.602" v="531" actId="14100"/>
          <ac:cxnSpMkLst>
            <pc:docMk/>
            <pc:sldMk cId="286065243" sldId="256"/>
            <ac:cxnSpMk id="36" creationId="{58EE6D29-D922-97A0-A30D-B2E3EF149D4D}"/>
          </ac:cxnSpMkLst>
        </pc:cxnChg>
        <pc:cxnChg chg="add mod">
          <ac:chgData name="ROTA HUGO SI" userId="f084d78e-b525-4b91-8087-634c06aecf4c" providerId="ADAL" clId="{FFCCA95A-6217-44AF-8279-DB38BFB5EAD6}" dt="2024-07-03T13:59:55.397" v="516" actId="14100"/>
          <ac:cxnSpMkLst>
            <pc:docMk/>
            <pc:sldMk cId="286065243" sldId="256"/>
            <ac:cxnSpMk id="40" creationId="{39269874-1E0D-633F-7761-82EA1547D431}"/>
          </ac:cxnSpMkLst>
        </pc:cxnChg>
        <pc:cxnChg chg="add mod">
          <ac:chgData name="ROTA HUGO SI" userId="f084d78e-b525-4b91-8087-634c06aecf4c" providerId="ADAL" clId="{FFCCA95A-6217-44AF-8279-DB38BFB5EAD6}" dt="2024-07-03T14:01:15.627" v="532" actId="14100"/>
          <ac:cxnSpMkLst>
            <pc:docMk/>
            <pc:sldMk cId="286065243" sldId="256"/>
            <ac:cxnSpMk id="41" creationId="{6D685361-E585-BEF2-66AC-A5D06F1C5F45}"/>
          </ac:cxnSpMkLst>
        </pc:cxnChg>
        <pc:cxnChg chg="add mod">
          <ac:chgData name="ROTA HUGO SI" userId="f084d78e-b525-4b91-8087-634c06aecf4c" providerId="ADAL" clId="{FFCCA95A-6217-44AF-8279-DB38BFB5EAD6}" dt="2024-07-03T14:01:36.955" v="560" actId="14100"/>
          <ac:cxnSpMkLst>
            <pc:docMk/>
            <pc:sldMk cId="286065243" sldId="256"/>
            <ac:cxnSpMk id="45" creationId="{45821FEA-56F2-6C82-E662-CBF059FD4F01}"/>
          </ac:cxnSpMkLst>
        </pc:cxnChg>
        <pc:cxnChg chg="add mod">
          <ac:chgData name="ROTA HUGO SI" userId="f084d78e-b525-4b91-8087-634c06aecf4c" providerId="ADAL" clId="{FFCCA95A-6217-44AF-8279-DB38BFB5EAD6}" dt="2024-07-03T13:59:55.397" v="516" actId="14100"/>
          <ac:cxnSpMkLst>
            <pc:docMk/>
            <pc:sldMk cId="286065243" sldId="256"/>
            <ac:cxnSpMk id="48" creationId="{8AD53327-6FC7-58EC-E93F-0B1D0B0FCD19}"/>
          </ac:cxnSpMkLst>
        </pc:cxnChg>
        <pc:cxnChg chg="add mod">
          <ac:chgData name="ROTA HUGO SI" userId="f084d78e-b525-4b91-8087-634c06aecf4c" providerId="ADAL" clId="{FFCCA95A-6217-44AF-8279-DB38BFB5EAD6}" dt="2024-07-03T14:00:36.017" v="521" actId="14100"/>
          <ac:cxnSpMkLst>
            <pc:docMk/>
            <pc:sldMk cId="286065243" sldId="256"/>
            <ac:cxnSpMk id="49" creationId="{621BCD58-04C4-76AE-C132-EEE3F95EB95D}"/>
          </ac:cxnSpMkLst>
        </pc:cxnChg>
        <pc:cxnChg chg="add mod">
          <ac:chgData name="ROTA HUGO SI" userId="f084d78e-b525-4b91-8087-634c06aecf4c" providerId="ADAL" clId="{FFCCA95A-6217-44AF-8279-DB38BFB5EAD6}" dt="2024-07-03T13:59:55.397" v="516" actId="14100"/>
          <ac:cxnSpMkLst>
            <pc:docMk/>
            <pc:sldMk cId="286065243" sldId="256"/>
            <ac:cxnSpMk id="52" creationId="{03CC4954-05FD-B12C-95EC-67EE7E3D93EE}"/>
          </ac:cxnSpMkLst>
        </pc:cxnChg>
        <pc:cxnChg chg="add mod">
          <ac:chgData name="ROTA HUGO SI" userId="f084d78e-b525-4b91-8087-634c06aecf4c" providerId="ADAL" clId="{FFCCA95A-6217-44AF-8279-DB38BFB5EAD6}" dt="2024-07-03T14:00:51.835" v="527" actId="14100"/>
          <ac:cxnSpMkLst>
            <pc:docMk/>
            <pc:sldMk cId="286065243" sldId="256"/>
            <ac:cxnSpMk id="53" creationId="{F560EA38-2F19-ADF4-A428-1ADE64C1B89C}"/>
          </ac:cxnSpMkLst>
        </pc:cxnChg>
        <pc:cxnChg chg="add del mod">
          <ac:chgData name="ROTA HUGO SI" userId="f084d78e-b525-4b91-8087-634c06aecf4c" providerId="ADAL" clId="{FFCCA95A-6217-44AF-8279-DB38BFB5EAD6}" dt="2024-07-03T13:51:55.997" v="307"/>
          <ac:cxnSpMkLst>
            <pc:docMk/>
            <pc:sldMk cId="286065243" sldId="256"/>
            <ac:cxnSpMk id="63" creationId="{93A7B347-80EB-C3E3-1168-3EE2A1E4A0C8}"/>
          </ac:cxnSpMkLst>
        </pc:cxnChg>
        <pc:cxnChg chg="add del mod">
          <ac:chgData name="ROTA HUGO SI" userId="f084d78e-b525-4b91-8087-634c06aecf4c" providerId="ADAL" clId="{FFCCA95A-6217-44AF-8279-DB38BFB5EAD6}" dt="2024-07-03T13:51:55.997" v="307"/>
          <ac:cxnSpMkLst>
            <pc:docMk/>
            <pc:sldMk cId="286065243" sldId="256"/>
            <ac:cxnSpMk id="64" creationId="{6A2C0F77-2367-6A19-F37F-051FE220CFD2}"/>
          </ac:cxnSpMkLst>
        </pc:cxnChg>
        <pc:cxnChg chg="add mod">
          <ac:chgData name="ROTA HUGO SI" userId="f084d78e-b525-4b91-8087-634c06aecf4c" providerId="ADAL" clId="{FFCCA95A-6217-44AF-8279-DB38BFB5EAD6}" dt="2024-07-03T13:59:55.397" v="516" actId="14100"/>
          <ac:cxnSpMkLst>
            <pc:docMk/>
            <pc:sldMk cId="286065243" sldId="256"/>
            <ac:cxnSpMk id="66" creationId="{7A2281C1-7A9E-4230-852B-460E55D4B4E8}"/>
          </ac:cxnSpMkLst>
        </pc:cxnChg>
        <pc:cxnChg chg="add mod">
          <ac:chgData name="ROTA HUGO SI" userId="f084d78e-b525-4b91-8087-634c06aecf4c" providerId="ADAL" clId="{FFCCA95A-6217-44AF-8279-DB38BFB5EAD6}" dt="2024-07-03T14:00:45.747" v="524" actId="14100"/>
          <ac:cxnSpMkLst>
            <pc:docMk/>
            <pc:sldMk cId="286065243" sldId="256"/>
            <ac:cxnSpMk id="67" creationId="{E692012F-C1A5-9F2D-7FB2-A6F87BD01416}"/>
          </ac:cxnSpMkLst>
        </pc:cxnChg>
        <pc:cxnChg chg="add del mod">
          <ac:chgData name="ROTA HUGO SI" userId="f084d78e-b525-4b91-8087-634c06aecf4c" providerId="ADAL" clId="{FFCCA95A-6217-44AF-8279-DB38BFB5EAD6}" dt="2024-07-03T13:53:48.869" v="363"/>
          <ac:cxnSpMkLst>
            <pc:docMk/>
            <pc:sldMk cId="286065243" sldId="256"/>
            <ac:cxnSpMk id="72" creationId="{57959D7E-AED5-304B-EA23-07D8E3D7EBA6}"/>
          </ac:cxnSpMkLst>
        </pc:cxnChg>
        <pc:cxnChg chg="add del mod">
          <ac:chgData name="ROTA HUGO SI" userId="f084d78e-b525-4b91-8087-634c06aecf4c" providerId="ADAL" clId="{FFCCA95A-6217-44AF-8279-DB38BFB5EAD6}" dt="2024-07-03T13:53:48.869" v="363"/>
          <ac:cxnSpMkLst>
            <pc:docMk/>
            <pc:sldMk cId="286065243" sldId="256"/>
            <ac:cxnSpMk id="73" creationId="{E116CCE7-ABD9-54D7-CEE7-2D9C0D13FA0A}"/>
          </ac:cxnSpMkLst>
        </pc:cxnChg>
        <pc:cxnChg chg="add mod">
          <ac:chgData name="ROTA HUGO SI" userId="f084d78e-b525-4b91-8087-634c06aecf4c" providerId="ADAL" clId="{FFCCA95A-6217-44AF-8279-DB38BFB5EAD6}" dt="2024-07-03T13:58:51.194" v="459" actId="1036"/>
          <ac:cxnSpMkLst>
            <pc:docMk/>
            <pc:sldMk cId="286065243" sldId="256"/>
            <ac:cxnSpMk id="75" creationId="{8122097E-A97A-000C-75D5-1C66FD34E1A9}"/>
          </ac:cxnSpMkLst>
        </pc:cxnChg>
        <pc:cxnChg chg="add mod">
          <ac:chgData name="ROTA HUGO SI" userId="f084d78e-b525-4b91-8087-634c06aecf4c" providerId="ADAL" clId="{FFCCA95A-6217-44AF-8279-DB38BFB5EAD6}" dt="2024-07-03T13:58:51.194" v="459" actId="1036"/>
          <ac:cxnSpMkLst>
            <pc:docMk/>
            <pc:sldMk cId="286065243" sldId="256"/>
            <ac:cxnSpMk id="76" creationId="{AA67CBE6-0066-8A15-2326-AB4C8FC47633}"/>
          </ac:cxnSpMkLst>
        </pc:cxnChg>
        <pc:cxnChg chg="add del mod">
          <ac:chgData name="ROTA HUGO SI" userId="f084d78e-b525-4b91-8087-634c06aecf4c" providerId="ADAL" clId="{FFCCA95A-6217-44AF-8279-DB38BFB5EAD6}" dt="2024-07-03T13:57:56.590" v="396"/>
          <ac:cxnSpMkLst>
            <pc:docMk/>
            <pc:sldMk cId="286065243" sldId="256"/>
            <ac:cxnSpMk id="82" creationId="{B25C09A3-7F01-90B6-3106-F08907F66269}"/>
          </ac:cxnSpMkLst>
        </pc:cxnChg>
        <pc:cxnChg chg="add del mod">
          <ac:chgData name="ROTA HUGO SI" userId="f084d78e-b525-4b91-8087-634c06aecf4c" providerId="ADAL" clId="{FFCCA95A-6217-44AF-8279-DB38BFB5EAD6}" dt="2024-07-03T13:57:56.590" v="396"/>
          <ac:cxnSpMkLst>
            <pc:docMk/>
            <pc:sldMk cId="286065243" sldId="256"/>
            <ac:cxnSpMk id="83" creationId="{9A95CFD0-B601-10AC-F1FA-6EB540D7951F}"/>
          </ac:cxnSpMkLst>
        </pc:cxn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apositive de titre">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143000" y="3602038"/>
            <a:ext cx="6858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dirty="0"/>
          </a:p>
        </p:txBody>
      </p:sp>
      <p:sp>
        <p:nvSpPr>
          <p:cNvPr id="4" name="Date Placeholder 3"/>
          <p:cNvSpPr>
            <a:spLocks noGrp="1"/>
          </p:cNvSpPr>
          <p:nvPr>
            <p:ph type="dt" sz="half" idx="10"/>
          </p:nvPr>
        </p:nvSpPr>
        <p:spPr>
          <a:xfrm>
            <a:off x="628650" y="6356351"/>
            <a:ext cx="2057400" cy="365125"/>
          </a:xfrm>
          <a:prstGeom prst="rect">
            <a:avLst/>
          </a:prstGeom>
        </p:spPr>
        <p:txBody>
          <a:bodyPr/>
          <a:lstStyle/>
          <a:p>
            <a:fld id="{8FFDD2D0-3102-4FAB-9C45-7B2C5F10A4E6}" type="datetimeFigureOut">
              <a:rPr lang="fr-FR" smtClean="0"/>
              <a:t>03/07/2024</a:t>
            </a:fld>
            <a:endParaRPr lang="fr-FR"/>
          </a:p>
        </p:txBody>
      </p:sp>
    </p:spTree>
    <p:extLst>
      <p:ext uri="{BB962C8B-B14F-4D97-AF65-F5344CB8AC3E}">
        <p14:creationId xmlns:p14="http://schemas.microsoft.com/office/powerpoint/2010/main" val="2586383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1325563"/>
          </a:xfrm>
          <a:prstGeom prst="rect">
            <a:avLst/>
          </a:prstGeom>
        </p:spPr>
        <p:txBody>
          <a:bodyPr/>
          <a:lstStyle/>
          <a:p>
            <a:r>
              <a:rPr lang="fr-FR"/>
              <a:t>Modifiez le style du titre</a:t>
            </a:r>
            <a:endParaRPr lang="en-US" dirty="0"/>
          </a:p>
        </p:txBody>
      </p:sp>
      <p:sp>
        <p:nvSpPr>
          <p:cNvPr id="3" name="Content Placeholder 2"/>
          <p:cNvSpPr>
            <a:spLocks noGrp="1"/>
          </p:cNvSpPr>
          <p:nvPr>
            <p:ph idx="1"/>
          </p:nvPr>
        </p:nvSpPr>
        <p:spPr>
          <a:xfrm>
            <a:off x="628650" y="1825625"/>
            <a:ext cx="7886700" cy="4351338"/>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a:xfrm>
            <a:off x="628650" y="6356351"/>
            <a:ext cx="2057400" cy="365125"/>
          </a:xfrm>
          <a:prstGeom prst="rect">
            <a:avLst/>
          </a:prstGeom>
        </p:spPr>
        <p:txBody>
          <a:bodyPr/>
          <a:lstStyle/>
          <a:p>
            <a:fld id="{8FFDD2D0-3102-4FAB-9C45-7B2C5F10A4E6}" type="datetimeFigureOut">
              <a:rPr lang="fr-FR" smtClean="0"/>
              <a:t>03/07/2024</a:t>
            </a:fld>
            <a:endParaRPr lang="fr-FR"/>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endParaRPr lang="fr-FR"/>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FB597E74-A469-4327-9B08-B6D343FD165B}" type="slidenum">
              <a:rPr lang="fr-FR" smtClean="0"/>
              <a:t>‹N°›</a:t>
            </a:fld>
            <a:endParaRPr lang="fr-FR"/>
          </a:p>
        </p:txBody>
      </p:sp>
    </p:spTree>
    <p:extLst>
      <p:ext uri="{BB962C8B-B14F-4D97-AF65-F5344CB8AC3E}">
        <p14:creationId xmlns:p14="http://schemas.microsoft.com/office/powerpoint/2010/main" val="17263916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a:prstGeom prst="rect">
            <a:avLst/>
          </a:prstGeom>
        </p:spPr>
        <p:txBody>
          <a:bodyPr anchor="b"/>
          <a:lstStyle>
            <a:lvl1pPr>
              <a:defRPr sz="6000"/>
            </a:lvl1pPr>
          </a:lstStyle>
          <a:p>
            <a:r>
              <a:rPr lang="fr-FR"/>
              <a:t>Modifiez le style du titre</a:t>
            </a:r>
            <a:endParaRPr lang="en-US" dirty="0"/>
          </a:p>
        </p:txBody>
      </p:sp>
      <p:sp>
        <p:nvSpPr>
          <p:cNvPr id="3" name="Text Placeholder 2"/>
          <p:cNvSpPr>
            <a:spLocks noGrp="1"/>
          </p:cNvSpPr>
          <p:nvPr>
            <p:ph type="body" idx="1"/>
          </p:nvPr>
        </p:nvSpPr>
        <p:spPr>
          <a:xfrm>
            <a:off x="623888" y="4589464"/>
            <a:ext cx="7886700" cy="1500187"/>
          </a:xfrm>
          <a:prstGeom prst="rect">
            <a:avLst/>
          </a:prstGeo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a:xfrm>
            <a:off x="628650" y="6356351"/>
            <a:ext cx="2057400" cy="365125"/>
          </a:xfrm>
          <a:prstGeom prst="rect">
            <a:avLst/>
          </a:prstGeom>
        </p:spPr>
        <p:txBody>
          <a:bodyPr/>
          <a:lstStyle/>
          <a:p>
            <a:fld id="{8FFDD2D0-3102-4FAB-9C45-7B2C5F10A4E6}" type="datetimeFigureOut">
              <a:rPr lang="fr-FR" smtClean="0"/>
              <a:t>03/07/2024</a:t>
            </a:fld>
            <a:endParaRPr lang="fr-FR"/>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endParaRPr lang="fr-FR"/>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FB597E74-A469-4327-9B08-B6D343FD165B}" type="slidenum">
              <a:rPr lang="fr-FR" smtClean="0"/>
              <a:t>‹N°›</a:t>
            </a:fld>
            <a:endParaRPr lang="fr-FR"/>
          </a:p>
        </p:txBody>
      </p:sp>
    </p:spTree>
    <p:extLst>
      <p:ext uri="{BB962C8B-B14F-4D97-AF65-F5344CB8AC3E}">
        <p14:creationId xmlns:p14="http://schemas.microsoft.com/office/powerpoint/2010/main" val="17910967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1325563"/>
          </a:xfrm>
          <a:prstGeom prst="rect">
            <a:avLst/>
          </a:prstGeom>
        </p:spPr>
        <p:txBody>
          <a:bodyPr/>
          <a:lstStyle/>
          <a:p>
            <a:r>
              <a:rPr lang="fr-FR"/>
              <a:t>Modifiez le style du titre</a:t>
            </a:r>
            <a:endParaRPr lang="en-US" dirty="0"/>
          </a:p>
        </p:txBody>
      </p:sp>
      <p:sp>
        <p:nvSpPr>
          <p:cNvPr id="3" name="Content Placeholder 2"/>
          <p:cNvSpPr>
            <a:spLocks noGrp="1"/>
          </p:cNvSpPr>
          <p:nvPr>
            <p:ph sz="half" idx="1"/>
          </p:nvPr>
        </p:nvSpPr>
        <p:spPr>
          <a:xfrm>
            <a:off x="628650" y="1825625"/>
            <a:ext cx="3886200" cy="4351338"/>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4629150" y="1825625"/>
            <a:ext cx="3886200" cy="4351338"/>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a:xfrm>
            <a:off x="628650" y="6356351"/>
            <a:ext cx="2057400" cy="365125"/>
          </a:xfrm>
          <a:prstGeom prst="rect">
            <a:avLst/>
          </a:prstGeom>
        </p:spPr>
        <p:txBody>
          <a:bodyPr/>
          <a:lstStyle/>
          <a:p>
            <a:fld id="{8FFDD2D0-3102-4FAB-9C45-7B2C5F10A4E6}" type="datetimeFigureOut">
              <a:rPr lang="fr-FR" smtClean="0"/>
              <a:t>03/07/2024</a:t>
            </a:fld>
            <a:endParaRPr lang="fr-FR"/>
          </a:p>
        </p:txBody>
      </p:sp>
      <p:sp>
        <p:nvSpPr>
          <p:cNvPr id="6" name="Footer Placeholder 5"/>
          <p:cNvSpPr>
            <a:spLocks noGrp="1"/>
          </p:cNvSpPr>
          <p:nvPr>
            <p:ph type="ftr" sz="quarter" idx="11"/>
          </p:nvPr>
        </p:nvSpPr>
        <p:spPr>
          <a:xfrm>
            <a:off x="3028950" y="6356351"/>
            <a:ext cx="3086100" cy="365125"/>
          </a:xfrm>
          <a:prstGeom prst="rect">
            <a:avLst/>
          </a:prstGeom>
        </p:spPr>
        <p:txBody>
          <a:bodyPr/>
          <a:lstStyle/>
          <a:p>
            <a:endParaRPr lang="fr-FR"/>
          </a:p>
        </p:txBody>
      </p:sp>
      <p:sp>
        <p:nvSpPr>
          <p:cNvPr id="7" name="Slide Number Placeholder 6"/>
          <p:cNvSpPr>
            <a:spLocks noGrp="1"/>
          </p:cNvSpPr>
          <p:nvPr>
            <p:ph type="sldNum" sz="quarter" idx="12"/>
          </p:nvPr>
        </p:nvSpPr>
        <p:spPr>
          <a:xfrm>
            <a:off x="6457950" y="6356351"/>
            <a:ext cx="2057400" cy="365125"/>
          </a:xfrm>
          <a:prstGeom prst="rect">
            <a:avLst/>
          </a:prstGeom>
        </p:spPr>
        <p:txBody>
          <a:bodyPr/>
          <a:lstStyle/>
          <a:p>
            <a:fld id="{FB597E74-A469-4327-9B08-B6D343FD165B}" type="slidenum">
              <a:rPr lang="fr-FR" smtClean="0"/>
              <a:t>‹N°›</a:t>
            </a:fld>
            <a:endParaRPr lang="fr-FR"/>
          </a:p>
        </p:txBody>
      </p:sp>
    </p:spTree>
    <p:extLst>
      <p:ext uri="{BB962C8B-B14F-4D97-AF65-F5344CB8AC3E}">
        <p14:creationId xmlns:p14="http://schemas.microsoft.com/office/powerpoint/2010/main" val="20643540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a:prstGeom prst="rect">
            <a:avLst/>
          </a:prstGeom>
        </p:spPr>
        <p:txBody>
          <a:bodyPr/>
          <a:lstStyle/>
          <a:p>
            <a:r>
              <a:rPr lang="fr-FR"/>
              <a:t>Modifiez le style du titre</a:t>
            </a:r>
            <a:endParaRPr lang="en-US" dirty="0"/>
          </a:p>
        </p:txBody>
      </p:sp>
      <p:sp>
        <p:nvSpPr>
          <p:cNvPr id="3" name="Text Placeholder 2"/>
          <p:cNvSpPr>
            <a:spLocks noGrp="1"/>
          </p:cNvSpPr>
          <p:nvPr>
            <p:ph type="body" idx="1"/>
          </p:nvPr>
        </p:nvSpPr>
        <p:spPr>
          <a:xfrm>
            <a:off x="629842" y="1681163"/>
            <a:ext cx="3868340"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629842" y="2505075"/>
            <a:ext cx="3868340" cy="3684588"/>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4629150" y="1681163"/>
            <a:ext cx="3887391"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4629150" y="2505075"/>
            <a:ext cx="3887391" cy="3684588"/>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a:xfrm>
            <a:off x="628650" y="6356351"/>
            <a:ext cx="2057400" cy="365125"/>
          </a:xfrm>
          <a:prstGeom prst="rect">
            <a:avLst/>
          </a:prstGeom>
        </p:spPr>
        <p:txBody>
          <a:bodyPr/>
          <a:lstStyle/>
          <a:p>
            <a:fld id="{8FFDD2D0-3102-4FAB-9C45-7B2C5F10A4E6}" type="datetimeFigureOut">
              <a:rPr lang="fr-FR" smtClean="0"/>
              <a:t>03/07/2024</a:t>
            </a:fld>
            <a:endParaRPr lang="fr-FR"/>
          </a:p>
        </p:txBody>
      </p:sp>
      <p:sp>
        <p:nvSpPr>
          <p:cNvPr id="8" name="Footer Placeholder 7"/>
          <p:cNvSpPr>
            <a:spLocks noGrp="1"/>
          </p:cNvSpPr>
          <p:nvPr>
            <p:ph type="ftr" sz="quarter" idx="11"/>
          </p:nvPr>
        </p:nvSpPr>
        <p:spPr>
          <a:xfrm>
            <a:off x="3028950" y="6356351"/>
            <a:ext cx="3086100" cy="365125"/>
          </a:xfrm>
          <a:prstGeom prst="rect">
            <a:avLst/>
          </a:prstGeom>
        </p:spPr>
        <p:txBody>
          <a:bodyPr/>
          <a:lstStyle/>
          <a:p>
            <a:endParaRPr lang="fr-FR"/>
          </a:p>
        </p:txBody>
      </p:sp>
      <p:sp>
        <p:nvSpPr>
          <p:cNvPr id="9" name="Slide Number Placeholder 8"/>
          <p:cNvSpPr>
            <a:spLocks noGrp="1"/>
          </p:cNvSpPr>
          <p:nvPr>
            <p:ph type="sldNum" sz="quarter" idx="12"/>
          </p:nvPr>
        </p:nvSpPr>
        <p:spPr>
          <a:xfrm>
            <a:off x="6457950" y="6356351"/>
            <a:ext cx="2057400" cy="365125"/>
          </a:xfrm>
          <a:prstGeom prst="rect">
            <a:avLst/>
          </a:prstGeom>
        </p:spPr>
        <p:txBody>
          <a:bodyPr/>
          <a:lstStyle/>
          <a:p>
            <a:fld id="{FB597E74-A469-4327-9B08-B6D343FD165B}" type="slidenum">
              <a:rPr lang="fr-FR" smtClean="0"/>
              <a:t>‹N°›</a:t>
            </a:fld>
            <a:endParaRPr lang="fr-FR"/>
          </a:p>
        </p:txBody>
      </p:sp>
    </p:spTree>
    <p:extLst>
      <p:ext uri="{BB962C8B-B14F-4D97-AF65-F5344CB8AC3E}">
        <p14:creationId xmlns:p14="http://schemas.microsoft.com/office/powerpoint/2010/main" val="25775474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1325563"/>
          </a:xfrm>
          <a:prstGeom prst="rect">
            <a:avLst/>
          </a:prstGeom>
        </p:spPr>
        <p:txBody>
          <a:bodyPr/>
          <a:lstStyle/>
          <a:p>
            <a:r>
              <a:rPr lang="fr-FR"/>
              <a:t>Modifiez le style du titre</a:t>
            </a:r>
            <a:endParaRPr lang="en-US" dirty="0"/>
          </a:p>
        </p:txBody>
      </p:sp>
      <p:sp>
        <p:nvSpPr>
          <p:cNvPr id="3" name="Date Placeholder 2"/>
          <p:cNvSpPr>
            <a:spLocks noGrp="1"/>
          </p:cNvSpPr>
          <p:nvPr>
            <p:ph type="dt" sz="half" idx="10"/>
          </p:nvPr>
        </p:nvSpPr>
        <p:spPr>
          <a:xfrm>
            <a:off x="628650" y="6356351"/>
            <a:ext cx="2057400" cy="365125"/>
          </a:xfrm>
          <a:prstGeom prst="rect">
            <a:avLst/>
          </a:prstGeom>
        </p:spPr>
        <p:txBody>
          <a:bodyPr/>
          <a:lstStyle/>
          <a:p>
            <a:fld id="{8FFDD2D0-3102-4FAB-9C45-7B2C5F10A4E6}" type="datetimeFigureOut">
              <a:rPr lang="fr-FR" smtClean="0"/>
              <a:t>03/07/2024</a:t>
            </a:fld>
            <a:endParaRPr lang="fr-FR"/>
          </a:p>
        </p:txBody>
      </p:sp>
      <p:sp>
        <p:nvSpPr>
          <p:cNvPr id="4" name="Footer Placeholder 3"/>
          <p:cNvSpPr>
            <a:spLocks noGrp="1"/>
          </p:cNvSpPr>
          <p:nvPr>
            <p:ph type="ftr" sz="quarter" idx="11"/>
          </p:nvPr>
        </p:nvSpPr>
        <p:spPr>
          <a:xfrm>
            <a:off x="3028950" y="6356351"/>
            <a:ext cx="3086100" cy="365125"/>
          </a:xfrm>
          <a:prstGeom prst="rect">
            <a:avLst/>
          </a:prstGeom>
        </p:spPr>
        <p:txBody>
          <a:bodyPr/>
          <a:lstStyle/>
          <a:p>
            <a:endParaRPr lang="fr-FR"/>
          </a:p>
        </p:txBody>
      </p:sp>
      <p:sp>
        <p:nvSpPr>
          <p:cNvPr id="5" name="Slide Number Placeholder 4"/>
          <p:cNvSpPr>
            <a:spLocks noGrp="1"/>
          </p:cNvSpPr>
          <p:nvPr>
            <p:ph type="sldNum" sz="quarter" idx="12"/>
          </p:nvPr>
        </p:nvSpPr>
        <p:spPr>
          <a:xfrm>
            <a:off x="6457950" y="6356351"/>
            <a:ext cx="2057400" cy="365125"/>
          </a:xfrm>
          <a:prstGeom prst="rect">
            <a:avLst/>
          </a:prstGeom>
        </p:spPr>
        <p:txBody>
          <a:bodyPr/>
          <a:lstStyle/>
          <a:p>
            <a:fld id="{FB597E74-A469-4327-9B08-B6D343FD165B}" type="slidenum">
              <a:rPr lang="fr-FR" smtClean="0"/>
              <a:t>‹N°›</a:t>
            </a:fld>
            <a:endParaRPr lang="fr-FR"/>
          </a:p>
        </p:txBody>
      </p:sp>
    </p:spTree>
    <p:extLst>
      <p:ext uri="{BB962C8B-B14F-4D97-AF65-F5344CB8AC3E}">
        <p14:creationId xmlns:p14="http://schemas.microsoft.com/office/powerpoint/2010/main" val="10182740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28650" y="6356351"/>
            <a:ext cx="2057400" cy="365125"/>
          </a:xfrm>
          <a:prstGeom prst="rect">
            <a:avLst/>
          </a:prstGeom>
        </p:spPr>
        <p:txBody>
          <a:bodyPr/>
          <a:lstStyle/>
          <a:p>
            <a:fld id="{8FFDD2D0-3102-4FAB-9C45-7B2C5F10A4E6}" type="datetimeFigureOut">
              <a:rPr lang="fr-FR" smtClean="0"/>
              <a:t>03/07/2024</a:t>
            </a:fld>
            <a:endParaRPr lang="fr-FR"/>
          </a:p>
        </p:txBody>
      </p:sp>
      <p:sp>
        <p:nvSpPr>
          <p:cNvPr id="3" name="Footer Placeholder 2"/>
          <p:cNvSpPr>
            <a:spLocks noGrp="1"/>
          </p:cNvSpPr>
          <p:nvPr>
            <p:ph type="ftr" sz="quarter" idx="11"/>
          </p:nvPr>
        </p:nvSpPr>
        <p:spPr>
          <a:xfrm>
            <a:off x="3028950" y="6356351"/>
            <a:ext cx="3086100" cy="365125"/>
          </a:xfrm>
          <a:prstGeom prst="rect">
            <a:avLst/>
          </a:prstGeom>
        </p:spPr>
        <p:txBody>
          <a:bodyPr/>
          <a:lstStyle/>
          <a:p>
            <a:endParaRPr lang="fr-FR"/>
          </a:p>
        </p:txBody>
      </p:sp>
      <p:sp>
        <p:nvSpPr>
          <p:cNvPr id="4" name="Slide Number Placeholder 3"/>
          <p:cNvSpPr>
            <a:spLocks noGrp="1"/>
          </p:cNvSpPr>
          <p:nvPr>
            <p:ph type="sldNum" sz="quarter" idx="12"/>
          </p:nvPr>
        </p:nvSpPr>
        <p:spPr>
          <a:xfrm>
            <a:off x="6457950" y="6356351"/>
            <a:ext cx="2057400" cy="365125"/>
          </a:xfrm>
          <a:prstGeom prst="rect">
            <a:avLst/>
          </a:prstGeom>
        </p:spPr>
        <p:txBody>
          <a:bodyPr/>
          <a:lstStyle/>
          <a:p>
            <a:fld id="{FB597E74-A469-4327-9B08-B6D343FD165B}" type="slidenum">
              <a:rPr lang="fr-FR" smtClean="0"/>
              <a:t>‹N°›</a:t>
            </a:fld>
            <a:endParaRPr lang="fr-FR"/>
          </a:p>
        </p:txBody>
      </p:sp>
    </p:spTree>
    <p:extLst>
      <p:ext uri="{BB962C8B-B14F-4D97-AF65-F5344CB8AC3E}">
        <p14:creationId xmlns:p14="http://schemas.microsoft.com/office/powerpoint/2010/main" val="42728560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a:prstGeom prst="rect">
            <a:avLst/>
          </a:prstGeom>
        </p:spPr>
        <p:txBody>
          <a:bodyPr anchor="b"/>
          <a:lstStyle>
            <a:lvl1pPr>
              <a:defRPr sz="3200"/>
            </a:lvl1pPr>
          </a:lstStyle>
          <a:p>
            <a:r>
              <a:rPr lang="fr-FR"/>
              <a:t>Modifiez le style du titre</a:t>
            </a:r>
            <a:endParaRPr lang="en-US" dirty="0"/>
          </a:p>
        </p:txBody>
      </p:sp>
      <p:sp>
        <p:nvSpPr>
          <p:cNvPr id="3" name="Content Placeholder 2"/>
          <p:cNvSpPr>
            <a:spLocks noGrp="1"/>
          </p:cNvSpPr>
          <p:nvPr>
            <p:ph idx="1"/>
          </p:nvPr>
        </p:nvSpPr>
        <p:spPr>
          <a:xfrm>
            <a:off x="3887391" y="987426"/>
            <a:ext cx="462915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629841" y="2057400"/>
            <a:ext cx="2949178"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a:xfrm>
            <a:off x="628650" y="6356351"/>
            <a:ext cx="2057400" cy="365125"/>
          </a:xfrm>
          <a:prstGeom prst="rect">
            <a:avLst/>
          </a:prstGeom>
        </p:spPr>
        <p:txBody>
          <a:bodyPr/>
          <a:lstStyle/>
          <a:p>
            <a:fld id="{8FFDD2D0-3102-4FAB-9C45-7B2C5F10A4E6}" type="datetimeFigureOut">
              <a:rPr lang="fr-FR" smtClean="0"/>
              <a:t>03/07/2024</a:t>
            </a:fld>
            <a:endParaRPr lang="fr-FR"/>
          </a:p>
        </p:txBody>
      </p:sp>
      <p:sp>
        <p:nvSpPr>
          <p:cNvPr id="6" name="Footer Placeholder 5"/>
          <p:cNvSpPr>
            <a:spLocks noGrp="1"/>
          </p:cNvSpPr>
          <p:nvPr>
            <p:ph type="ftr" sz="quarter" idx="11"/>
          </p:nvPr>
        </p:nvSpPr>
        <p:spPr>
          <a:xfrm>
            <a:off x="3028950" y="6356351"/>
            <a:ext cx="3086100" cy="365125"/>
          </a:xfrm>
          <a:prstGeom prst="rect">
            <a:avLst/>
          </a:prstGeom>
        </p:spPr>
        <p:txBody>
          <a:bodyPr/>
          <a:lstStyle/>
          <a:p>
            <a:endParaRPr lang="fr-FR"/>
          </a:p>
        </p:txBody>
      </p:sp>
      <p:sp>
        <p:nvSpPr>
          <p:cNvPr id="7" name="Slide Number Placeholder 6"/>
          <p:cNvSpPr>
            <a:spLocks noGrp="1"/>
          </p:cNvSpPr>
          <p:nvPr>
            <p:ph type="sldNum" sz="quarter" idx="12"/>
          </p:nvPr>
        </p:nvSpPr>
        <p:spPr>
          <a:xfrm>
            <a:off x="6457950" y="6356351"/>
            <a:ext cx="2057400" cy="365125"/>
          </a:xfrm>
          <a:prstGeom prst="rect">
            <a:avLst/>
          </a:prstGeom>
        </p:spPr>
        <p:txBody>
          <a:bodyPr/>
          <a:lstStyle/>
          <a:p>
            <a:fld id="{FB597E74-A469-4327-9B08-B6D343FD165B}" type="slidenum">
              <a:rPr lang="fr-FR" smtClean="0"/>
              <a:t>‹N°›</a:t>
            </a:fld>
            <a:endParaRPr lang="fr-FR"/>
          </a:p>
        </p:txBody>
      </p:sp>
    </p:spTree>
    <p:extLst>
      <p:ext uri="{BB962C8B-B14F-4D97-AF65-F5344CB8AC3E}">
        <p14:creationId xmlns:p14="http://schemas.microsoft.com/office/powerpoint/2010/main" val="5617002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a:prstGeom prst="rect">
            <a:avLst/>
          </a:prstGeom>
        </p:spPr>
        <p:txBody>
          <a:bodyPr anchor="b"/>
          <a:lstStyle>
            <a:lvl1pPr>
              <a:defRPr sz="3200"/>
            </a:lvl1pPr>
          </a:lstStyle>
          <a:p>
            <a:r>
              <a:rPr lang="fr-FR"/>
              <a:t>Modifiez le style du titre</a:t>
            </a:r>
            <a:endParaRPr lang="en-US" dirty="0"/>
          </a:p>
        </p:txBody>
      </p:sp>
      <p:sp>
        <p:nvSpPr>
          <p:cNvPr id="3" name="Picture Placeholder 2"/>
          <p:cNvSpPr>
            <a:spLocks noGrp="1" noChangeAspect="1"/>
          </p:cNvSpPr>
          <p:nvPr>
            <p:ph type="pic" idx="1"/>
          </p:nvPr>
        </p:nvSpPr>
        <p:spPr>
          <a:xfrm>
            <a:off x="3887391" y="987426"/>
            <a:ext cx="4629150" cy="4873625"/>
          </a:xfrm>
          <a:prstGeom prst="rect">
            <a:avLst/>
          </a:prstGeo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dirty="0"/>
          </a:p>
        </p:txBody>
      </p:sp>
      <p:sp>
        <p:nvSpPr>
          <p:cNvPr id="4" name="Text Placeholder 3"/>
          <p:cNvSpPr>
            <a:spLocks noGrp="1"/>
          </p:cNvSpPr>
          <p:nvPr>
            <p:ph type="body" sz="half" idx="2"/>
          </p:nvPr>
        </p:nvSpPr>
        <p:spPr>
          <a:xfrm>
            <a:off x="629841" y="2057400"/>
            <a:ext cx="2949178"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a:xfrm>
            <a:off x="628650" y="6356351"/>
            <a:ext cx="2057400" cy="365125"/>
          </a:xfrm>
          <a:prstGeom prst="rect">
            <a:avLst/>
          </a:prstGeom>
        </p:spPr>
        <p:txBody>
          <a:bodyPr/>
          <a:lstStyle/>
          <a:p>
            <a:fld id="{8FFDD2D0-3102-4FAB-9C45-7B2C5F10A4E6}" type="datetimeFigureOut">
              <a:rPr lang="fr-FR" smtClean="0"/>
              <a:t>03/07/2024</a:t>
            </a:fld>
            <a:endParaRPr lang="fr-FR"/>
          </a:p>
        </p:txBody>
      </p:sp>
      <p:sp>
        <p:nvSpPr>
          <p:cNvPr id="6" name="Footer Placeholder 5"/>
          <p:cNvSpPr>
            <a:spLocks noGrp="1"/>
          </p:cNvSpPr>
          <p:nvPr>
            <p:ph type="ftr" sz="quarter" idx="11"/>
          </p:nvPr>
        </p:nvSpPr>
        <p:spPr>
          <a:xfrm>
            <a:off x="3028950" y="6356351"/>
            <a:ext cx="3086100" cy="365125"/>
          </a:xfrm>
          <a:prstGeom prst="rect">
            <a:avLst/>
          </a:prstGeom>
        </p:spPr>
        <p:txBody>
          <a:bodyPr/>
          <a:lstStyle/>
          <a:p>
            <a:endParaRPr lang="fr-FR"/>
          </a:p>
        </p:txBody>
      </p:sp>
      <p:sp>
        <p:nvSpPr>
          <p:cNvPr id="7" name="Slide Number Placeholder 6"/>
          <p:cNvSpPr>
            <a:spLocks noGrp="1"/>
          </p:cNvSpPr>
          <p:nvPr>
            <p:ph type="sldNum" sz="quarter" idx="12"/>
          </p:nvPr>
        </p:nvSpPr>
        <p:spPr>
          <a:xfrm>
            <a:off x="6457950" y="6356351"/>
            <a:ext cx="2057400" cy="365125"/>
          </a:xfrm>
          <a:prstGeom prst="rect">
            <a:avLst/>
          </a:prstGeom>
        </p:spPr>
        <p:txBody>
          <a:bodyPr/>
          <a:lstStyle/>
          <a:p>
            <a:fld id="{FB597E74-A469-4327-9B08-B6D343FD165B}" type="slidenum">
              <a:rPr lang="fr-FR" smtClean="0"/>
              <a:t>‹N°›</a:t>
            </a:fld>
            <a:endParaRPr lang="fr-FR"/>
          </a:p>
        </p:txBody>
      </p:sp>
    </p:spTree>
    <p:extLst>
      <p:ext uri="{BB962C8B-B14F-4D97-AF65-F5344CB8AC3E}">
        <p14:creationId xmlns:p14="http://schemas.microsoft.com/office/powerpoint/2010/main" val="14729208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1325563"/>
          </a:xfrm>
          <a:prstGeom prst="rect">
            <a:avLst/>
          </a:prstGeom>
        </p:spPr>
        <p:txBody>
          <a:bodyPr/>
          <a:lstStyle/>
          <a:p>
            <a:r>
              <a:rPr lang="fr-FR"/>
              <a:t>Modifiez le style du titre</a:t>
            </a:r>
            <a:endParaRPr lang="en-US" dirty="0"/>
          </a:p>
        </p:txBody>
      </p:sp>
      <p:sp>
        <p:nvSpPr>
          <p:cNvPr id="3" name="Vertical Text Placeholder 2"/>
          <p:cNvSpPr>
            <a:spLocks noGrp="1"/>
          </p:cNvSpPr>
          <p:nvPr>
            <p:ph type="body" orient="vert" idx="1"/>
          </p:nvPr>
        </p:nvSpPr>
        <p:spPr>
          <a:xfrm>
            <a:off x="628650" y="1825625"/>
            <a:ext cx="7886700" cy="4351338"/>
          </a:xfrm>
          <a:prstGeom prst="rect">
            <a:avLst/>
          </a:prstGeo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a:xfrm>
            <a:off x="628650" y="6356351"/>
            <a:ext cx="2057400" cy="365125"/>
          </a:xfrm>
          <a:prstGeom prst="rect">
            <a:avLst/>
          </a:prstGeom>
        </p:spPr>
        <p:txBody>
          <a:bodyPr/>
          <a:lstStyle/>
          <a:p>
            <a:fld id="{8FFDD2D0-3102-4FAB-9C45-7B2C5F10A4E6}" type="datetimeFigureOut">
              <a:rPr lang="fr-FR" smtClean="0"/>
              <a:t>03/07/2024</a:t>
            </a:fld>
            <a:endParaRPr lang="fr-FR"/>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endParaRPr lang="fr-FR"/>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FB597E74-A469-4327-9B08-B6D343FD165B}" type="slidenum">
              <a:rPr lang="fr-FR" smtClean="0"/>
              <a:t>‹N°›</a:t>
            </a:fld>
            <a:endParaRPr lang="fr-FR"/>
          </a:p>
        </p:txBody>
      </p:sp>
    </p:spTree>
    <p:extLst>
      <p:ext uri="{BB962C8B-B14F-4D97-AF65-F5344CB8AC3E}">
        <p14:creationId xmlns:p14="http://schemas.microsoft.com/office/powerpoint/2010/main" val="25468999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a:prstGeom prst="rect">
            <a:avLst/>
          </a:prstGeo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628650" y="365125"/>
            <a:ext cx="5800725" cy="5811838"/>
          </a:xfrm>
          <a:prstGeom prst="rect">
            <a:avLst/>
          </a:prstGeo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a:xfrm>
            <a:off x="628650" y="6356351"/>
            <a:ext cx="2057400" cy="365125"/>
          </a:xfrm>
          <a:prstGeom prst="rect">
            <a:avLst/>
          </a:prstGeom>
        </p:spPr>
        <p:txBody>
          <a:bodyPr/>
          <a:lstStyle/>
          <a:p>
            <a:fld id="{8FFDD2D0-3102-4FAB-9C45-7B2C5F10A4E6}" type="datetimeFigureOut">
              <a:rPr lang="fr-FR" smtClean="0"/>
              <a:t>03/07/2024</a:t>
            </a:fld>
            <a:endParaRPr lang="fr-FR"/>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endParaRPr lang="fr-FR"/>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FB597E74-A469-4327-9B08-B6D343FD165B}" type="slidenum">
              <a:rPr lang="fr-FR" smtClean="0"/>
              <a:t>‹N°›</a:t>
            </a:fld>
            <a:endParaRPr lang="fr-FR"/>
          </a:p>
        </p:txBody>
      </p:sp>
    </p:spTree>
    <p:extLst>
      <p:ext uri="{BB962C8B-B14F-4D97-AF65-F5344CB8AC3E}">
        <p14:creationId xmlns:p14="http://schemas.microsoft.com/office/powerpoint/2010/main" val="21170829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hyperlink" Target="https://creativecommons.org/licenses/by/4.0/" TargetMode="Externa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ZoneTexte 7">
            <a:extLst>
              <a:ext uri="{FF2B5EF4-FFF2-40B4-BE49-F238E27FC236}">
                <a16:creationId xmlns:a16="http://schemas.microsoft.com/office/drawing/2014/main" id="{2426B3D9-9A30-9111-43F7-59BE743F8F41}"/>
              </a:ext>
            </a:extLst>
          </p:cNvPr>
          <p:cNvSpPr txBox="1"/>
          <p:nvPr userDrawn="1"/>
        </p:nvSpPr>
        <p:spPr>
          <a:xfrm>
            <a:off x="50334" y="6503182"/>
            <a:ext cx="9093666" cy="307777"/>
          </a:xfrm>
          <a:prstGeom prst="rect">
            <a:avLst/>
          </a:prstGeom>
          <a:noFill/>
        </p:spPr>
        <p:txBody>
          <a:bodyPr wrap="square" rtlCol="0">
            <a:spAutoFit/>
          </a:bodyPr>
          <a:lstStyle/>
          <a:p>
            <a:pPr algn="ctr"/>
            <a:r>
              <a:rPr lang="fr-FR" sz="700" dirty="0">
                <a:solidFill>
                  <a:schemeClr val="tx1">
                    <a:lumMod val="50000"/>
                    <a:lumOff val="50000"/>
                  </a:schemeClr>
                </a:solidFill>
                <a:latin typeface="Poppins" panose="00000500000000000000" pitchFamily="2" charset="0"/>
                <a:cs typeface="Poppins" panose="00000500000000000000" pitchFamily="2" charset="0"/>
              </a:rPr>
              <a:t>Servier Medical Art illustration adapted (CC BY 4.0). https://creativecommons.org/licenses/by/4.0/</a:t>
            </a:r>
            <a:r>
              <a:rPr lang="fr-FR" sz="700" dirty="0" err="1">
                <a:solidFill>
                  <a:schemeClr val="tx1">
                    <a:lumMod val="50000"/>
                    <a:lumOff val="50000"/>
                  </a:schemeClr>
                </a:solidFill>
                <a:latin typeface="Poppins" panose="00000500000000000000" pitchFamily="2" charset="0"/>
                <a:cs typeface="Poppins" panose="00000500000000000000" pitchFamily="2" charset="0"/>
              </a:rPr>
              <a:t/>
            </a:r>
            <a:r>
              <a:rPr lang="fr-FR" sz="700" dirty="0">
                <a:solidFill>
                  <a:schemeClr val="tx1">
                    <a:lumMod val="50000"/>
                    <a:lumOff val="50000"/>
                  </a:schemeClr>
                </a:solidFill>
                <a:latin typeface="Poppins" panose="00000500000000000000" pitchFamily="2" charset="0"/>
                <a:cs typeface="Poppins" panose="00000500000000000000" pitchFamily="2" charset="0"/>
              </a:rPr>
              <a:t/>
            </a:r>
            <a:r>
              <a:rPr lang="fr-FR" sz="700" dirty="0" err="1">
                <a:solidFill>
                  <a:schemeClr val="tx1">
                    <a:lumMod val="50000"/>
                    <a:lumOff val="50000"/>
                  </a:schemeClr>
                </a:solidFill>
                <a:latin typeface="Poppins" panose="00000500000000000000" pitchFamily="2" charset="0"/>
                <a:cs typeface="Poppins" panose="00000500000000000000" pitchFamily="2" charset="0"/>
              </a:rPr>
              <a:t/>
            </a:r>
            <a:r>
              <a:rPr lang="fr-FR" sz="700" dirty="0">
                <a:solidFill>
                  <a:schemeClr val="tx1">
                    <a:lumMod val="50000"/>
                    <a:lumOff val="50000"/>
                  </a:schemeClr>
                </a:solidFill>
                <a:latin typeface="Poppins" panose="00000500000000000000" pitchFamily="2" charset="0"/>
                <a:cs typeface="Poppins" panose="00000500000000000000" pitchFamily="2" charset="0"/>
              </a:rPr>
              <a:t/>
            </a:r>
          </a:p>
          <a:p>
            <a:pPr algn="ctr"/>
            <a:r>
              <a:rPr lang="fr-FR" sz="700" dirty="0">
                <a:solidFill>
                  <a:schemeClr val="tx1">
                    <a:lumMod val="50000"/>
                    <a:lumOff val="50000"/>
                  </a:schemeClr>
                </a:solidFill>
                <a:latin typeface="Poppins" panose="00000500000000000000" pitchFamily="2" charset="0"/>
                <a:cs typeface="Poppins" panose="00000500000000000000" pitchFamily="2" charset="0"/>
              </a:rPr>
              <a:t/>
            </a:r>
            <a:r>
              <a:rPr lang="fr-FR" sz="700" dirty="0" err="1">
                <a:solidFill>
                  <a:schemeClr val="tx1">
                    <a:lumMod val="50000"/>
                    <a:lumOff val="50000"/>
                  </a:schemeClr>
                </a:solidFill>
                <a:latin typeface="Poppins" panose="00000500000000000000" pitchFamily="2" charset="0"/>
                <a:cs typeface="Poppins" panose="00000500000000000000" pitchFamily="2" charset="0"/>
              </a:rPr>
              <a:t/>
            </a:r>
            <a:r>
              <a:rPr lang="fr-FR" sz="700" dirty="0">
                <a:solidFill>
                  <a:schemeClr val="tx1">
                    <a:lumMod val="50000"/>
                    <a:lumOff val="50000"/>
                  </a:schemeClr>
                </a:solidFill>
                <a:latin typeface="Poppins" panose="00000500000000000000" pitchFamily="2" charset="0"/>
                <a:cs typeface="Poppins" panose="00000500000000000000" pitchFamily="2" charset="0"/>
              </a:rPr>
              <a:t/>
            </a:r>
            <a:r>
              <a:rPr lang="fr-FR" sz="700" dirty="0" err="1">
                <a:solidFill>
                  <a:schemeClr val="tx1">
                    <a:lumMod val="50000"/>
                    <a:lumOff val="50000"/>
                  </a:schemeClr>
                </a:solidFill>
                <a:latin typeface="Poppins" panose="00000500000000000000" pitchFamily="2" charset="0"/>
                <a:cs typeface="Poppins" panose="00000500000000000000" pitchFamily="2" charset="0"/>
              </a:rPr>
              <a:t/>
            </a:r>
            <a:r>
              <a:rPr lang="fr-FR" sz="700" dirty="0">
                <a:solidFill>
                  <a:schemeClr val="tx1">
                    <a:lumMod val="50000"/>
                    <a:lumOff val="50000"/>
                  </a:schemeClr>
                </a:solidFill>
                <a:latin typeface="Poppins" panose="00000500000000000000" pitchFamily="2" charset="0"/>
                <a:cs typeface="Poppins" panose="00000500000000000000" pitchFamily="2" charset="0"/>
              </a:rPr>
              <a:t/>
            </a:r>
            <a:r>
              <a:rPr lang="fr-FR" sz="700" dirty="0" err="1">
                <a:solidFill>
                  <a:schemeClr val="tx1">
                    <a:lumMod val="50000"/>
                    <a:lumOff val="50000"/>
                  </a:schemeClr>
                </a:solidFill>
                <a:latin typeface="Poppins" panose="00000500000000000000" pitchFamily="2" charset="0"/>
                <a:cs typeface="Poppins" panose="00000500000000000000" pitchFamily="2" charset="0"/>
              </a:rPr>
              <a:t/>
            </a:r>
            <a:r>
              <a:rPr lang="fr-FR" sz="700" dirty="0">
                <a:solidFill>
                  <a:schemeClr val="tx1">
                    <a:lumMod val="50000"/>
                    <a:lumOff val="50000"/>
                  </a:schemeClr>
                </a:solidFill>
                <a:latin typeface="Poppins" panose="00000500000000000000" pitchFamily="2" charset="0"/>
                <a:cs typeface="Poppins" panose="00000500000000000000" pitchFamily="2" charset="0"/>
              </a:rPr>
              <a:t/>
            </a:r>
            <a:r>
              <a:rPr lang="fr-FR" sz="700" dirty="0" err="1">
                <a:solidFill>
                  <a:schemeClr val="tx1">
                    <a:lumMod val="50000"/>
                    <a:lumOff val="50000"/>
                  </a:schemeClr>
                </a:solidFill>
                <a:latin typeface="Poppins" panose="00000500000000000000" pitchFamily="2" charset="0"/>
                <a:cs typeface="Poppins" panose="00000500000000000000" pitchFamily="2" charset="0"/>
              </a:rPr>
              <a:t/>
            </a:r>
            <a:r>
              <a:rPr lang="fr-FR" sz="700" dirty="0">
                <a:solidFill>
                  <a:schemeClr val="tx1">
                    <a:lumMod val="50000"/>
                    <a:lumOff val="50000"/>
                  </a:schemeClr>
                </a:solidFill>
                <a:latin typeface="Poppins" panose="00000500000000000000" pitchFamily="2" charset="0"/>
                <a:cs typeface="Poppins" panose="00000500000000000000" pitchFamily="2" charset="0"/>
              </a:rPr>
              <a:t/>
            </a:r>
            <a:r>
              <a:rPr lang="fr-FR" sz="700" dirty="0" err="1">
                <a:solidFill>
                  <a:schemeClr val="tx1">
                    <a:lumMod val="50000"/>
                    <a:lumOff val="50000"/>
                  </a:schemeClr>
                </a:solidFill>
                <a:latin typeface="Poppins" panose="00000500000000000000" pitchFamily="2" charset="0"/>
                <a:cs typeface="Poppins" panose="00000500000000000000" pitchFamily="2" charset="0"/>
              </a:rPr>
              <a:t/>
            </a:r>
            <a:r>
              <a:rPr lang="fr-FR" sz="700" dirty="0">
                <a:solidFill>
                  <a:schemeClr val="tx1">
                    <a:lumMod val="50000"/>
                    <a:lumOff val="50000"/>
                  </a:schemeClr>
                </a:solidFill>
                <a:latin typeface="Poppins" panose="00000500000000000000" pitchFamily="2" charset="0"/>
                <a:cs typeface="Poppins" panose="00000500000000000000" pitchFamily="2" charset="0"/>
              </a:rPr>
              <a:t/>
            </a:r>
            <a:r>
              <a:rPr lang="fr-FR" sz="700" dirty="0">
                <a:solidFill>
                  <a:schemeClr val="tx1">
                    <a:lumMod val="50000"/>
                    <a:lumOff val="50000"/>
                  </a:schemeClr>
                </a:solidFill>
                <a:latin typeface="Poppins" panose="00000500000000000000" pitchFamily="2" charset="0"/>
                <a:cs typeface="Poppins" panose="00000500000000000000" pitchFamily="2" charset="0"/>
                <a:hlinkClick r:id="rId14">
                  <a:extLst>
                    <a:ext uri="{A12FA001-AC4F-418D-AE19-62706E023703}">
                      <ahyp:hlinkClr xmlns:ahyp="http://schemas.microsoft.com/office/drawing/2018/hyperlinkcolor" val="tx"/>
                    </a:ext>
                  </a:extLst>
                </a:hlinkClick>
              </a:rPr>
              <a:t/>
            </a:r>
            <a:endParaRPr lang="fr-FR" sz="700" dirty="0">
              <a:solidFill>
                <a:schemeClr val="tx1">
                  <a:lumMod val="50000"/>
                  <a:lumOff val="50000"/>
                </a:schemeClr>
              </a:solidFill>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343262315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75B43A1-8959-0F7A-A696-6999D14AF92E}"/>
              </a:ext>
            </a:extLst>
          </p:cNvPr>
          <p:cNvSpPr/>
          <p:nvPr/>
        </p:nvSpPr>
        <p:spPr>
          <a:xfrm>
            <a:off x="16778" y="0"/>
            <a:ext cx="9144000" cy="6858000"/>
          </a:xfrm>
          <a:prstGeom prst="rect">
            <a:avLst/>
          </a:prstGeom>
          <a:noFill/>
          <a:ln w="63500">
            <a:solidFill>
              <a:srgbClr val="9C7DC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ZoneTexte 2">
            <a:extLst>
              <a:ext uri="{FF2B5EF4-FFF2-40B4-BE49-F238E27FC236}">
                <a16:creationId xmlns:a16="http://schemas.microsoft.com/office/drawing/2014/main" id="{21082E92-68E4-7BC2-ED8D-83E1473D11D4}"/>
              </a:ext>
            </a:extLst>
          </p:cNvPr>
          <p:cNvSpPr txBox="1"/>
          <p:nvPr/>
        </p:nvSpPr>
        <p:spPr>
          <a:xfrm>
            <a:off x="0" y="76200"/>
            <a:ext cx="9144000" cy="754797"/>
          </a:xfrm>
          <a:prstGeom prst="rect">
            <a:avLst/>
          </a:prstGeom>
          <a:noFill/>
        </p:spPr>
        <p:txBody>
          <a:bodyPr wrap="square" rtlCol="0">
            <a:spAutoFit/>
          </a:bodyPr>
          <a:lstStyle/>
          <a:p>
            <a:pPr algn="ctr"/>
            <a:r>
              <a:rPr lang="hi-IN" sz="4000" b="1" dirty="0">
                <a:solidFill>
                  <a:srgbClr val="9C7DCC"/>
                </a:solidFill>
                <a:latin typeface="Poppins" panose="00000500000000000000" pitchFamily="2" charset="0"/>
                <a:cs typeface="Mangal" panose="00000500000000000000" pitchFamily="2" charset="0"/>
              </a:rPr>
              <a:t>दृष्टि तंत्र</a:t>
            </a:r>
          </a:p>
        </p:txBody>
      </p:sp>
      <p:sp>
        <p:nvSpPr>
          <p:cNvPr id="4" name="ZoneTexte 3">
            <a:extLst>
              <a:ext uri="{FF2B5EF4-FFF2-40B4-BE49-F238E27FC236}">
                <a16:creationId xmlns:a16="http://schemas.microsoft.com/office/drawing/2014/main" id="{11AE43F3-E010-8E11-260C-16631D56D260}"/>
              </a:ext>
            </a:extLst>
          </p:cNvPr>
          <p:cNvSpPr txBox="1"/>
          <p:nvPr/>
        </p:nvSpPr>
        <p:spPr>
          <a:xfrm>
            <a:off x="2105636" y="830997"/>
            <a:ext cx="4940567" cy="830997"/>
          </a:xfrm>
          <a:prstGeom prst="rect">
            <a:avLst/>
          </a:prstGeom>
          <a:noFill/>
        </p:spPr>
        <p:txBody>
          <a:bodyPr wrap="square" rtlCol="0">
            <a:spAutoFit/>
          </a:bodyPr>
          <a:lstStyle/>
          <a:p>
            <a:pPr algn="ctr"/>
            <a:r>
              <a:rPr lang="hi-IN" sz="1100" dirty="0">
                <a:latin typeface="Poppins" panose="00000500000000000000" pitchFamily="2" charset="0"/>
                <a:cs typeface="Mangal" panose="00000500000000000000" pitchFamily="2" charset="0"/>
              </a:rPr>
              <a:t>दृष्टि तंत्र वातावरण से प्रकाश ग्रहण करके उसे विद्युत संकेतों में बदलता है, जिनकी व्याख्या मस्तिष्क छवियाँ बनाने के लिए करता है और इस तरह रंग, आकार, गहराई तथा गति का बोध संभव होता है।</a:t>
            </a:r>
            <a:endParaRPr lang="fr-FR" sz="1200" dirty="0">
              <a:latin typeface="Poppins" panose="00000500000000000000" pitchFamily="2" charset="0"/>
              <a:cs typeface="Poppins" panose="00000500000000000000" pitchFamily="2" charset="0"/>
            </a:endParaRPr>
          </a:p>
        </p:txBody>
      </p:sp>
      <p:pic>
        <p:nvPicPr>
          <p:cNvPr id="5" name="Graphique 4">
            <a:extLst>
              <a:ext uri="{FF2B5EF4-FFF2-40B4-BE49-F238E27FC236}">
                <a16:creationId xmlns:a16="http://schemas.microsoft.com/office/drawing/2014/main" id="{1917E866-12E2-E440-4FAB-D8DDF66AE5FD}"/>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843" r="11820"/>
          <a:stretch/>
        </p:blipFill>
        <p:spPr>
          <a:xfrm>
            <a:off x="3004342" y="2190501"/>
            <a:ext cx="3135316" cy="3021085"/>
          </a:xfrm>
          <a:prstGeom prst="rect">
            <a:avLst/>
          </a:prstGeom>
        </p:spPr>
      </p:pic>
      <p:sp>
        <p:nvSpPr>
          <p:cNvPr id="6" name="Nuage 5">
            <a:extLst>
              <a:ext uri="{FF2B5EF4-FFF2-40B4-BE49-F238E27FC236}">
                <a16:creationId xmlns:a16="http://schemas.microsoft.com/office/drawing/2014/main" id="{85FEC2D6-FDF8-C2BE-8C45-E5E370129F54}"/>
              </a:ext>
            </a:extLst>
          </p:cNvPr>
          <p:cNvSpPr/>
          <p:nvPr/>
        </p:nvSpPr>
        <p:spPr>
          <a:xfrm>
            <a:off x="6817960" y="2187918"/>
            <a:ext cx="1664516" cy="645952"/>
          </a:xfrm>
          <a:prstGeom prst="cloud">
            <a:avLst/>
          </a:prstGeom>
          <a:solidFill>
            <a:srgbClr val="9C7DCC"/>
          </a:solidFill>
          <a:ln>
            <a:solidFill>
              <a:srgbClr val="9C7DC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i-IN" sz="1050" b="1" dirty="0">
                <a:latin typeface="Poppins" panose="00000500000000000000" pitchFamily="2" charset="0"/>
                <a:cs typeface="Mangal" panose="00000500000000000000" pitchFamily="2" charset="0"/>
              </a:rPr>
              <a:t>कॉर्निया</a:t>
            </a:r>
          </a:p>
        </p:txBody>
      </p:sp>
      <p:cxnSp>
        <p:nvCxnSpPr>
          <p:cNvPr id="8" name="Connecteur droit 7">
            <a:extLst>
              <a:ext uri="{FF2B5EF4-FFF2-40B4-BE49-F238E27FC236}">
                <a16:creationId xmlns:a16="http://schemas.microsoft.com/office/drawing/2014/main" id="{A1A1EFEA-240B-6172-DE4A-F4682E0920B5}"/>
              </a:ext>
            </a:extLst>
          </p:cNvPr>
          <p:cNvCxnSpPr>
            <a:cxnSpLocks/>
            <a:endCxn id="6" idx="2"/>
          </p:cNvCxnSpPr>
          <p:nvPr/>
        </p:nvCxnSpPr>
        <p:spPr>
          <a:xfrm>
            <a:off x="6342077" y="2506698"/>
            <a:ext cx="670364" cy="4196"/>
          </a:xfrm>
          <a:prstGeom prst="line">
            <a:avLst/>
          </a:prstGeom>
          <a:solidFill>
            <a:srgbClr val="9C7DCC"/>
          </a:solidFill>
          <a:ln>
            <a:solidFill>
              <a:srgbClr val="9C7DCC"/>
            </a:solidFill>
          </a:ln>
        </p:spPr>
        <p:style>
          <a:lnRef idx="2">
            <a:schemeClr val="accent1">
              <a:shade val="15000"/>
            </a:schemeClr>
          </a:lnRef>
          <a:fillRef idx="1">
            <a:schemeClr val="accent1"/>
          </a:fillRef>
          <a:effectRef idx="0">
            <a:schemeClr val="accent1"/>
          </a:effectRef>
          <a:fontRef idx="minor">
            <a:schemeClr val="lt1"/>
          </a:fontRef>
        </p:style>
      </p:cxnSp>
      <p:sp>
        <p:nvSpPr>
          <p:cNvPr id="7" name="Nuage 6">
            <a:extLst>
              <a:ext uri="{FF2B5EF4-FFF2-40B4-BE49-F238E27FC236}">
                <a16:creationId xmlns:a16="http://schemas.microsoft.com/office/drawing/2014/main" id="{91AF73B8-4A93-0DA1-002F-94AA0E77300F}"/>
              </a:ext>
            </a:extLst>
          </p:cNvPr>
          <p:cNvSpPr/>
          <p:nvPr/>
        </p:nvSpPr>
        <p:spPr>
          <a:xfrm>
            <a:off x="6817960" y="2833870"/>
            <a:ext cx="1664516" cy="645952"/>
          </a:xfrm>
          <a:prstGeom prst="cloud">
            <a:avLst/>
          </a:prstGeom>
          <a:solidFill>
            <a:srgbClr val="9C7DCC"/>
          </a:solidFill>
          <a:ln>
            <a:solidFill>
              <a:srgbClr val="9C7DC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i-IN" sz="1050" b="1" dirty="0">
                <a:latin typeface="Poppins" panose="00000500000000000000" pitchFamily="2" charset="0"/>
                <a:cs typeface="Mangal" panose="00000500000000000000" pitchFamily="2" charset="0"/>
              </a:rPr>
              <a:t>परितारिका</a:t>
            </a:r>
          </a:p>
        </p:txBody>
      </p:sp>
      <p:cxnSp>
        <p:nvCxnSpPr>
          <p:cNvPr id="9" name="Connecteur droit 8">
            <a:extLst>
              <a:ext uri="{FF2B5EF4-FFF2-40B4-BE49-F238E27FC236}">
                <a16:creationId xmlns:a16="http://schemas.microsoft.com/office/drawing/2014/main" id="{2672CEA5-B97D-55B6-E8DF-D13BC18FD03E}"/>
              </a:ext>
            </a:extLst>
          </p:cNvPr>
          <p:cNvCxnSpPr>
            <a:cxnSpLocks/>
          </p:cNvCxnSpPr>
          <p:nvPr/>
        </p:nvCxnSpPr>
        <p:spPr>
          <a:xfrm>
            <a:off x="5608418" y="3349793"/>
            <a:ext cx="1467318" cy="0"/>
          </a:xfrm>
          <a:prstGeom prst="line">
            <a:avLst/>
          </a:prstGeom>
          <a:solidFill>
            <a:srgbClr val="9C7DCC"/>
          </a:solidFill>
          <a:ln>
            <a:solidFill>
              <a:srgbClr val="9C7DCC"/>
            </a:solidFill>
          </a:ln>
        </p:spPr>
        <p:style>
          <a:lnRef idx="2">
            <a:schemeClr val="accent1">
              <a:shade val="15000"/>
            </a:schemeClr>
          </a:lnRef>
          <a:fillRef idx="1">
            <a:schemeClr val="accent1"/>
          </a:fillRef>
          <a:effectRef idx="0">
            <a:schemeClr val="accent1"/>
          </a:effectRef>
          <a:fontRef idx="minor">
            <a:schemeClr val="lt1"/>
          </a:fontRef>
        </p:style>
      </p:cxnSp>
      <p:cxnSp>
        <p:nvCxnSpPr>
          <p:cNvPr id="17" name="Connecteur droit 16">
            <a:extLst>
              <a:ext uri="{FF2B5EF4-FFF2-40B4-BE49-F238E27FC236}">
                <a16:creationId xmlns:a16="http://schemas.microsoft.com/office/drawing/2014/main" id="{F6EA4945-2695-2AAE-1C90-92E85C66CBC2}"/>
              </a:ext>
            </a:extLst>
          </p:cNvPr>
          <p:cNvCxnSpPr>
            <a:cxnSpLocks/>
          </p:cNvCxnSpPr>
          <p:nvPr/>
        </p:nvCxnSpPr>
        <p:spPr>
          <a:xfrm flipV="1">
            <a:off x="5728925" y="2500892"/>
            <a:ext cx="615143" cy="747908"/>
          </a:xfrm>
          <a:prstGeom prst="line">
            <a:avLst/>
          </a:prstGeom>
          <a:solidFill>
            <a:srgbClr val="9C7DCC"/>
          </a:solidFill>
          <a:ln>
            <a:solidFill>
              <a:srgbClr val="9C7DCC"/>
            </a:solidFill>
          </a:ln>
        </p:spPr>
        <p:style>
          <a:lnRef idx="2">
            <a:schemeClr val="accent1">
              <a:shade val="15000"/>
            </a:schemeClr>
          </a:lnRef>
          <a:fillRef idx="1">
            <a:schemeClr val="accent1"/>
          </a:fillRef>
          <a:effectRef idx="0">
            <a:schemeClr val="accent1"/>
          </a:effectRef>
          <a:fontRef idx="minor">
            <a:schemeClr val="lt1"/>
          </a:fontRef>
        </p:style>
      </p:cxnSp>
      <p:sp>
        <p:nvSpPr>
          <p:cNvPr id="19" name="Nuage 18">
            <a:extLst>
              <a:ext uri="{FF2B5EF4-FFF2-40B4-BE49-F238E27FC236}">
                <a16:creationId xmlns:a16="http://schemas.microsoft.com/office/drawing/2014/main" id="{3D118DAE-6734-3B59-B89F-5DF0FA1E7576}"/>
              </a:ext>
            </a:extLst>
          </p:cNvPr>
          <p:cNvSpPr/>
          <p:nvPr/>
        </p:nvSpPr>
        <p:spPr>
          <a:xfrm>
            <a:off x="6817960" y="3495308"/>
            <a:ext cx="1664516" cy="645952"/>
          </a:xfrm>
          <a:prstGeom prst="cloud">
            <a:avLst/>
          </a:prstGeom>
          <a:solidFill>
            <a:srgbClr val="9C7DCC"/>
          </a:solidFill>
          <a:ln>
            <a:solidFill>
              <a:srgbClr val="9C7DC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i-IN" sz="1050" b="1" dirty="0">
                <a:latin typeface="Poppins" panose="00000500000000000000" pitchFamily="2" charset="0"/>
                <a:cs typeface="Mangal" panose="00000500000000000000" pitchFamily="2" charset="0"/>
              </a:rPr>
              <a:t>पुतली</a:t>
            </a:r>
          </a:p>
        </p:txBody>
      </p:sp>
      <p:cxnSp>
        <p:nvCxnSpPr>
          <p:cNvPr id="24" name="Connecteur droit 23">
            <a:extLst>
              <a:ext uri="{FF2B5EF4-FFF2-40B4-BE49-F238E27FC236}">
                <a16:creationId xmlns:a16="http://schemas.microsoft.com/office/drawing/2014/main" id="{3E4E2DEE-EFD6-896E-3B20-2F20FDE0039A}"/>
              </a:ext>
            </a:extLst>
          </p:cNvPr>
          <p:cNvCxnSpPr>
            <a:cxnSpLocks/>
          </p:cNvCxnSpPr>
          <p:nvPr/>
        </p:nvCxnSpPr>
        <p:spPr>
          <a:xfrm>
            <a:off x="5608418" y="3746971"/>
            <a:ext cx="1467318" cy="0"/>
          </a:xfrm>
          <a:prstGeom prst="line">
            <a:avLst/>
          </a:prstGeom>
          <a:solidFill>
            <a:srgbClr val="9C7DCC"/>
          </a:solidFill>
          <a:ln>
            <a:solidFill>
              <a:srgbClr val="9C7DCC"/>
            </a:solidFill>
          </a:ln>
        </p:spPr>
        <p:style>
          <a:lnRef idx="2">
            <a:schemeClr val="accent1">
              <a:shade val="15000"/>
            </a:schemeClr>
          </a:lnRef>
          <a:fillRef idx="1">
            <a:schemeClr val="accent1"/>
          </a:fillRef>
          <a:effectRef idx="0">
            <a:schemeClr val="accent1"/>
          </a:effectRef>
          <a:fontRef idx="minor">
            <a:schemeClr val="lt1"/>
          </a:fontRef>
        </p:style>
      </p:cxnSp>
      <p:sp>
        <p:nvSpPr>
          <p:cNvPr id="25" name="Nuage 24">
            <a:extLst>
              <a:ext uri="{FF2B5EF4-FFF2-40B4-BE49-F238E27FC236}">
                <a16:creationId xmlns:a16="http://schemas.microsoft.com/office/drawing/2014/main" id="{321EA73F-7031-2030-2605-3394F01D3A99}"/>
              </a:ext>
            </a:extLst>
          </p:cNvPr>
          <p:cNvSpPr/>
          <p:nvPr/>
        </p:nvSpPr>
        <p:spPr>
          <a:xfrm>
            <a:off x="6805968" y="4196681"/>
            <a:ext cx="1664516" cy="645952"/>
          </a:xfrm>
          <a:prstGeom prst="cloud">
            <a:avLst/>
          </a:prstGeom>
          <a:solidFill>
            <a:srgbClr val="9C7DCC"/>
          </a:solidFill>
          <a:ln>
            <a:solidFill>
              <a:srgbClr val="9C7DC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i-IN" sz="1050" b="1" dirty="0">
                <a:latin typeface="Poppins" panose="00000500000000000000" pitchFamily="2" charset="0"/>
                <a:cs typeface="Mangal" panose="00000500000000000000" pitchFamily="2" charset="0"/>
              </a:rPr>
              <a:t>लेंस</a:t>
            </a:r>
          </a:p>
        </p:txBody>
      </p:sp>
      <p:cxnSp>
        <p:nvCxnSpPr>
          <p:cNvPr id="26" name="Connecteur droit 25">
            <a:extLst>
              <a:ext uri="{FF2B5EF4-FFF2-40B4-BE49-F238E27FC236}">
                <a16:creationId xmlns:a16="http://schemas.microsoft.com/office/drawing/2014/main" id="{2FB02829-5835-F231-38CE-F5933F3A3537}"/>
              </a:ext>
            </a:extLst>
          </p:cNvPr>
          <p:cNvCxnSpPr>
            <a:cxnSpLocks/>
            <a:endCxn id="25" idx="2"/>
          </p:cNvCxnSpPr>
          <p:nvPr/>
        </p:nvCxnSpPr>
        <p:spPr>
          <a:xfrm>
            <a:off x="6330085" y="4515461"/>
            <a:ext cx="670364" cy="4196"/>
          </a:xfrm>
          <a:prstGeom prst="line">
            <a:avLst/>
          </a:prstGeom>
          <a:solidFill>
            <a:srgbClr val="9C7DCC"/>
          </a:solidFill>
          <a:ln>
            <a:solidFill>
              <a:srgbClr val="9C7DCC"/>
            </a:solidFill>
          </a:ln>
        </p:spPr>
        <p:style>
          <a:lnRef idx="2">
            <a:schemeClr val="accent1">
              <a:shade val="15000"/>
            </a:schemeClr>
          </a:lnRef>
          <a:fillRef idx="1">
            <a:schemeClr val="accent1"/>
          </a:fillRef>
          <a:effectRef idx="0">
            <a:schemeClr val="accent1"/>
          </a:effectRef>
          <a:fontRef idx="minor">
            <a:schemeClr val="lt1"/>
          </a:fontRef>
        </p:style>
      </p:cxnSp>
      <p:cxnSp>
        <p:nvCxnSpPr>
          <p:cNvPr id="27" name="Connecteur droit 26">
            <a:extLst>
              <a:ext uri="{FF2B5EF4-FFF2-40B4-BE49-F238E27FC236}">
                <a16:creationId xmlns:a16="http://schemas.microsoft.com/office/drawing/2014/main" id="{74C97B34-0996-C89D-A98E-067B87A8F70C}"/>
              </a:ext>
            </a:extLst>
          </p:cNvPr>
          <p:cNvCxnSpPr>
            <a:cxnSpLocks/>
          </p:cNvCxnSpPr>
          <p:nvPr/>
        </p:nvCxnSpPr>
        <p:spPr>
          <a:xfrm>
            <a:off x="5444455" y="3965896"/>
            <a:ext cx="896010" cy="552148"/>
          </a:xfrm>
          <a:prstGeom prst="line">
            <a:avLst/>
          </a:prstGeom>
          <a:solidFill>
            <a:srgbClr val="9C7DCC"/>
          </a:solidFill>
          <a:ln>
            <a:solidFill>
              <a:srgbClr val="9C7DCC"/>
            </a:solidFill>
          </a:ln>
        </p:spPr>
        <p:style>
          <a:lnRef idx="2">
            <a:schemeClr val="accent1">
              <a:shade val="15000"/>
            </a:schemeClr>
          </a:lnRef>
          <a:fillRef idx="1">
            <a:schemeClr val="accent1"/>
          </a:fillRef>
          <a:effectRef idx="0">
            <a:schemeClr val="accent1"/>
          </a:effectRef>
          <a:fontRef idx="minor">
            <a:schemeClr val="lt1"/>
          </a:fontRef>
        </p:style>
      </p:cxnSp>
      <p:sp>
        <p:nvSpPr>
          <p:cNvPr id="29" name="Nuage 28">
            <a:extLst>
              <a:ext uri="{FF2B5EF4-FFF2-40B4-BE49-F238E27FC236}">
                <a16:creationId xmlns:a16="http://schemas.microsoft.com/office/drawing/2014/main" id="{F6DC3864-2992-60C7-7F47-C3B85EAF1C7F}"/>
              </a:ext>
            </a:extLst>
          </p:cNvPr>
          <p:cNvSpPr/>
          <p:nvPr/>
        </p:nvSpPr>
        <p:spPr>
          <a:xfrm>
            <a:off x="954005" y="4349081"/>
            <a:ext cx="1664516" cy="645952"/>
          </a:xfrm>
          <a:prstGeom prst="cloud">
            <a:avLst/>
          </a:prstGeom>
          <a:solidFill>
            <a:srgbClr val="9C7DCC"/>
          </a:solidFill>
          <a:ln>
            <a:solidFill>
              <a:srgbClr val="9C7DC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i-IN" sz="1050" b="1" dirty="0">
                <a:latin typeface="Poppins" panose="00000500000000000000" pitchFamily="2" charset="0"/>
                <a:cs typeface="Mangal" panose="00000500000000000000" pitchFamily="2" charset="0"/>
              </a:rPr>
              <a:t>श्वेतपटल</a:t>
            </a:r>
          </a:p>
        </p:txBody>
      </p:sp>
      <p:cxnSp>
        <p:nvCxnSpPr>
          <p:cNvPr id="30" name="Connecteur droit 29">
            <a:extLst>
              <a:ext uri="{FF2B5EF4-FFF2-40B4-BE49-F238E27FC236}">
                <a16:creationId xmlns:a16="http://schemas.microsoft.com/office/drawing/2014/main" id="{6B18A793-4FCA-ECA6-92C4-83AEB0422DB7}"/>
              </a:ext>
            </a:extLst>
          </p:cNvPr>
          <p:cNvCxnSpPr>
            <a:cxnSpLocks/>
          </p:cNvCxnSpPr>
          <p:nvPr/>
        </p:nvCxnSpPr>
        <p:spPr>
          <a:xfrm>
            <a:off x="2417690" y="4672057"/>
            <a:ext cx="670364" cy="4196"/>
          </a:xfrm>
          <a:prstGeom prst="line">
            <a:avLst/>
          </a:prstGeom>
          <a:solidFill>
            <a:srgbClr val="9C7DCC"/>
          </a:solidFill>
          <a:ln>
            <a:solidFill>
              <a:srgbClr val="9C7DCC"/>
            </a:solidFill>
          </a:ln>
        </p:spPr>
        <p:style>
          <a:lnRef idx="2">
            <a:schemeClr val="accent1">
              <a:shade val="15000"/>
            </a:schemeClr>
          </a:lnRef>
          <a:fillRef idx="1">
            <a:schemeClr val="accent1"/>
          </a:fillRef>
          <a:effectRef idx="0">
            <a:schemeClr val="accent1"/>
          </a:effectRef>
          <a:fontRef idx="minor">
            <a:schemeClr val="lt1"/>
          </a:fontRef>
        </p:style>
      </p:cxnSp>
      <p:cxnSp>
        <p:nvCxnSpPr>
          <p:cNvPr id="31" name="Connecteur droit 30">
            <a:extLst>
              <a:ext uri="{FF2B5EF4-FFF2-40B4-BE49-F238E27FC236}">
                <a16:creationId xmlns:a16="http://schemas.microsoft.com/office/drawing/2014/main" id="{B009563E-C94E-1F22-8D3A-530066037C4A}"/>
              </a:ext>
            </a:extLst>
          </p:cNvPr>
          <p:cNvCxnSpPr>
            <a:cxnSpLocks/>
          </p:cNvCxnSpPr>
          <p:nvPr/>
        </p:nvCxnSpPr>
        <p:spPr>
          <a:xfrm flipV="1">
            <a:off x="3082034" y="4357470"/>
            <a:ext cx="739415" cy="322976"/>
          </a:xfrm>
          <a:prstGeom prst="line">
            <a:avLst/>
          </a:prstGeom>
          <a:solidFill>
            <a:srgbClr val="9C7DCC"/>
          </a:solidFill>
          <a:ln>
            <a:solidFill>
              <a:srgbClr val="9C7DCC"/>
            </a:solidFill>
          </a:ln>
        </p:spPr>
        <p:style>
          <a:lnRef idx="2">
            <a:schemeClr val="accent1">
              <a:shade val="15000"/>
            </a:schemeClr>
          </a:lnRef>
          <a:fillRef idx="1">
            <a:schemeClr val="accent1"/>
          </a:fillRef>
          <a:effectRef idx="0">
            <a:schemeClr val="accent1"/>
          </a:effectRef>
          <a:fontRef idx="minor">
            <a:schemeClr val="lt1"/>
          </a:fontRef>
        </p:style>
      </p:cxnSp>
      <p:sp>
        <p:nvSpPr>
          <p:cNvPr id="34" name="Nuage 33">
            <a:extLst>
              <a:ext uri="{FF2B5EF4-FFF2-40B4-BE49-F238E27FC236}">
                <a16:creationId xmlns:a16="http://schemas.microsoft.com/office/drawing/2014/main" id="{27671222-3755-53D1-95B4-7D6536757A3C}"/>
              </a:ext>
            </a:extLst>
          </p:cNvPr>
          <p:cNvSpPr/>
          <p:nvPr/>
        </p:nvSpPr>
        <p:spPr>
          <a:xfrm>
            <a:off x="950024" y="5030745"/>
            <a:ext cx="1664516" cy="645952"/>
          </a:xfrm>
          <a:prstGeom prst="cloud">
            <a:avLst/>
          </a:prstGeom>
          <a:solidFill>
            <a:srgbClr val="9C7DCC"/>
          </a:solidFill>
          <a:ln>
            <a:solidFill>
              <a:srgbClr val="9C7DC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i-IN" sz="1050" b="1" dirty="0">
                <a:latin typeface="Poppins" panose="00000500000000000000" pitchFamily="2" charset="0"/>
                <a:cs typeface="Mangal" panose="00000500000000000000" pitchFamily="2" charset="0"/>
              </a:rPr>
              <a:t>रंजितपटल</a:t>
            </a:r>
          </a:p>
        </p:txBody>
      </p:sp>
      <p:cxnSp>
        <p:nvCxnSpPr>
          <p:cNvPr id="35" name="Connecteur droit 34">
            <a:extLst>
              <a:ext uri="{FF2B5EF4-FFF2-40B4-BE49-F238E27FC236}">
                <a16:creationId xmlns:a16="http://schemas.microsoft.com/office/drawing/2014/main" id="{550AB126-E6A9-3AD7-6D43-27A598AA7F83}"/>
              </a:ext>
            </a:extLst>
          </p:cNvPr>
          <p:cNvCxnSpPr>
            <a:cxnSpLocks/>
          </p:cNvCxnSpPr>
          <p:nvPr/>
        </p:nvCxnSpPr>
        <p:spPr>
          <a:xfrm>
            <a:off x="2420059" y="5353721"/>
            <a:ext cx="670364" cy="4196"/>
          </a:xfrm>
          <a:prstGeom prst="line">
            <a:avLst/>
          </a:prstGeom>
          <a:solidFill>
            <a:srgbClr val="9C7DCC"/>
          </a:solidFill>
          <a:ln>
            <a:solidFill>
              <a:srgbClr val="9C7DCC"/>
            </a:solidFill>
          </a:ln>
        </p:spPr>
        <p:style>
          <a:lnRef idx="2">
            <a:schemeClr val="accent1">
              <a:shade val="15000"/>
            </a:schemeClr>
          </a:lnRef>
          <a:fillRef idx="1">
            <a:schemeClr val="accent1"/>
          </a:fillRef>
          <a:effectRef idx="0">
            <a:schemeClr val="accent1"/>
          </a:effectRef>
          <a:fontRef idx="minor">
            <a:schemeClr val="lt1"/>
          </a:fontRef>
        </p:style>
      </p:cxnSp>
      <p:cxnSp>
        <p:nvCxnSpPr>
          <p:cNvPr id="36" name="Connecteur droit 35">
            <a:extLst>
              <a:ext uri="{FF2B5EF4-FFF2-40B4-BE49-F238E27FC236}">
                <a16:creationId xmlns:a16="http://schemas.microsoft.com/office/drawing/2014/main" id="{58EE6D29-D922-97A0-A30D-B2E3EF149D4D}"/>
              </a:ext>
            </a:extLst>
          </p:cNvPr>
          <p:cNvCxnSpPr>
            <a:cxnSpLocks/>
          </p:cNvCxnSpPr>
          <p:nvPr/>
        </p:nvCxnSpPr>
        <p:spPr>
          <a:xfrm flipV="1">
            <a:off x="3080043" y="4306757"/>
            <a:ext cx="992676" cy="1046964"/>
          </a:xfrm>
          <a:prstGeom prst="line">
            <a:avLst/>
          </a:prstGeom>
          <a:solidFill>
            <a:srgbClr val="9C7DCC"/>
          </a:solidFill>
          <a:ln>
            <a:solidFill>
              <a:srgbClr val="9C7DCC"/>
            </a:solidFill>
          </a:ln>
        </p:spPr>
        <p:style>
          <a:lnRef idx="2">
            <a:schemeClr val="accent1">
              <a:shade val="15000"/>
            </a:schemeClr>
          </a:lnRef>
          <a:fillRef idx="1">
            <a:schemeClr val="accent1"/>
          </a:fillRef>
          <a:effectRef idx="0">
            <a:schemeClr val="accent1"/>
          </a:effectRef>
          <a:fontRef idx="minor">
            <a:schemeClr val="lt1"/>
          </a:fontRef>
        </p:style>
      </p:cxnSp>
      <p:sp>
        <p:nvSpPr>
          <p:cNvPr id="39" name="Nuage 38">
            <a:extLst>
              <a:ext uri="{FF2B5EF4-FFF2-40B4-BE49-F238E27FC236}">
                <a16:creationId xmlns:a16="http://schemas.microsoft.com/office/drawing/2014/main" id="{1328C96F-2A4C-E63E-597D-A0CE43B0BFBB}"/>
              </a:ext>
            </a:extLst>
          </p:cNvPr>
          <p:cNvSpPr/>
          <p:nvPr/>
        </p:nvSpPr>
        <p:spPr>
          <a:xfrm>
            <a:off x="917388" y="5733658"/>
            <a:ext cx="1664516" cy="645952"/>
          </a:xfrm>
          <a:prstGeom prst="cloud">
            <a:avLst/>
          </a:prstGeom>
          <a:solidFill>
            <a:srgbClr val="9C7DCC"/>
          </a:solidFill>
          <a:ln>
            <a:solidFill>
              <a:srgbClr val="9C7DC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i-IN" sz="1050" b="1" dirty="0">
                <a:latin typeface="Poppins" panose="00000500000000000000" pitchFamily="2" charset="0"/>
                <a:cs typeface="Mangal" panose="00000500000000000000" pitchFamily="2" charset="0"/>
              </a:rPr>
              <a:t>रेटिना</a:t>
            </a:r>
          </a:p>
        </p:txBody>
      </p:sp>
      <p:cxnSp>
        <p:nvCxnSpPr>
          <p:cNvPr id="40" name="Connecteur droit 39">
            <a:extLst>
              <a:ext uri="{FF2B5EF4-FFF2-40B4-BE49-F238E27FC236}">
                <a16:creationId xmlns:a16="http://schemas.microsoft.com/office/drawing/2014/main" id="{39269874-1E0D-633F-7761-82EA1547D431}"/>
              </a:ext>
            </a:extLst>
          </p:cNvPr>
          <p:cNvCxnSpPr>
            <a:cxnSpLocks/>
          </p:cNvCxnSpPr>
          <p:nvPr/>
        </p:nvCxnSpPr>
        <p:spPr>
          <a:xfrm>
            <a:off x="2387423" y="6056634"/>
            <a:ext cx="670364" cy="4196"/>
          </a:xfrm>
          <a:prstGeom prst="line">
            <a:avLst/>
          </a:prstGeom>
          <a:solidFill>
            <a:srgbClr val="9C7DCC"/>
          </a:solidFill>
          <a:ln>
            <a:solidFill>
              <a:srgbClr val="9C7DCC"/>
            </a:solidFill>
          </a:ln>
        </p:spPr>
        <p:style>
          <a:lnRef idx="2">
            <a:schemeClr val="accent1">
              <a:shade val="15000"/>
            </a:schemeClr>
          </a:lnRef>
          <a:fillRef idx="1">
            <a:schemeClr val="accent1"/>
          </a:fillRef>
          <a:effectRef idx="0">
            <a:schemeClr val="accent1"/>
          </a:effectRef>
          <a:fontRef idx="minor">
            <a:schemeClr val="lt1"/>
          </a:fontRef>
        </p:style>
      </p:cxnSp>
      <p:cxnSp>
        <p:nvCxnSpPr>
          <p:cNvPr id="41" name="Connecteur droit 40">
            <a:extLst>
              <a:ext uri="{FF2B5EF4-FFF2-40B4-BE49-F238E27FC236}">
                <a16:creationId xmlns:a16="http://schemas.microsoft.com/office/drawing/2014/main" id="{6D685361-E585-BEF2-66AC-A5D06F1C5F45}"/>
              </a:ext>
            </a:extLst>
          </p:cNvPr>
          <p:cNvCxnSpPr>
            <a:cxnSpLocks/>
          </p:cNvCxnSpPr>
          <p:nvPr/>
        </p:nvCxnSpPr>
        <p:spPr>
          <a:xfrm flipV="1">
            <a:off x="3064368" y="4118059"/>
            <a:ext cx="1437782" cy="1938575"/>
          </a:xfrm>
          <a:prstGeom prst="line">
            <a:avLst/>
          </a:prstGeom>
          <a:solidFill>
            <a:srgbClr val="9C7DCC"/>
          </a:solidFill>
          <a:ln>
            <a:solidFill>
              <a:srgbClr val="9C7DCC"/>
            </a:solidFill>
          </a:ln>
        </p:spPr>
        <p:style>
          <a:lnRef idx="2">
            <a:schemeClr val="accent1">
              <a:shade val="15000"/>
            </a:schemeClr>
          </a:lnRef>
          <a:fillRef idx="1">
            <a:schemeClr val="accent1"/>
          </a:fillRef>
          <a:effectRef idx="0">
            <a:schemeClr val="accent1"/>
          </a:effectRef>
          <a:fontRef idx="minor">
            <a:schemeClr val="lt1"/>
          </a:fontRef>
        </p:style>
      </p:cxnSp>
      <p:sp>
        <p:nvSpPr>
          <p:cNvPr id="44" name="Nuage 43">
            <a:extLst>
              <a:ext uri="{FF2B5EF4-FFF2-40B4-BE49-F238E27FC236}">
                <a16:creationId xmlns:a16="http://schemas.microsoft.com/office/drawing/2014/main" id="{DC21E8FB-38D6-02F9-DD1F-BA846A0AB5B8}"/>
              </a:ext>
            </a:extLst>
          </p:cNvPr>
          <p:cNvSpPr/>
          <p:nvPr/>
        </p:nvSpPr>
        <p:spPr>
          <a:xfrm>
            <a:off x="902885" y="3615474"/>
            <a:ext cx="1723779" cy="700859"/>
          </a:xfrm>
          <a:prstGeom prst="cloud">
            <a:avLst/>
          </a:prstGeom>
          <a:solidFill>
            <a:srgbClr val="9C7DCC"/>
          </a:solidFill>
          <a:ln>
            <a:solidFill>
              <a:srgbClr val="9C7DC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i-IN" sz="1050" b="1" dirty="0">
                <a:latin typeface="Poppins" panose="00000500000000000000" pitchFamily="2" charset="0"/>
                <a:cs typeface="Mangal" panose="00000500000000000000" pitchFamily="2" charset="0"/>
              </a:rPr>
              <a:t>रेटिना की रक्त वाहिकाएँ</a:t>
            </a:r>
          </a:p>
        </p:txBody>
      </p:sp>
      <p:cxnSp>
        <p:nvCxnSpPr>
          <p:cNvPr id="45" name="Connecteur droit 44">
            <a:extLst>
              <a:ext uri="{FF2B5EF4-FFF2-40B4-BE49-F238E27FC236}">
                <a16:creationId xmlns:a16="http://schemas.microsoft.com/office/drawing/2014/main" id="{45821FEA-56F2-6C82-E662-CBF059FD4F01}"/>
              </a:ext>
            </a:extLst>
          </p:cNvPr>
          <p:cNvCxnSpPr>
            <a:cxnSpLocks/>
          </p:cNvCxnSpPr>
          <p:nvPr/>
        </p:nvCxnSpPr>
        <p:spPr>
          <a:xfrm>
            <a:off x="2398627" y="3993357"/>
            <a:ext cx="906339" cy="0"/>
          </a:xfrm>
          <a:prstGeom prst="line">
            <a:avLst/>
          </a:prstGeom>
          <a:solidFill>
            <a:srgbClr val="9C7DCC"/>
          </a:solidFill>
          <a:ln>
            <a:solidFill>
              <a:srgbClr val="9C7DCC"/>
            </a:solidFill>
          </a:ln>
        </p:spPr>
        <p:style>
          <a:lnRef idx="2">
            <a:schemeClr val="accent1">
              <a:shade val="15000"/>
            </a:schemeClr>
          </a:lnRef>
          <a:fillRef idx="1">
            <a:schemeClr val="accent1"/>
          </a:fillRef>
          <a:effectRef idx="0">
            <a:schemeClr val="accent1"/>
          </a:effectRef>
          <a:fontRef idx="minor">
            <a:schemeClr val="lt1"/>
          </a:fontRef>
        </p:style>
      </p:cxnSp>
      <p:sp>
        <p:nvSpPr>
          <p:cNvPr id="47" name="Nuage 46">
            <a:extLst>
              <a:ext uri="{FF2B5EF4-FFF2-40B4-BE49-F238E27FC236}">
                <a16:creationId xmlns:a16="http://schemas.microsoft.com/office/drawing/2014/main" id="{E59D6E7C-4073-4CBF-A90D-18CDAC7ED715}"/>
              </a:ext>
            </a:extLst>
          </p:cNvPr>
          <p:cNvSpPr/>
          <p:nvPr/>
        </p:nvSpPr>
        <p:spPr>
          <a:xfrm>
            <a:off x="950024" y="2936774"/>
            <a:ext cx="1664516" cy="645952"/>
          </a:xfrm>
          <a:prstGeom prst="cloud">
            <a:avLst/>
          </a:prstGeom>
          <a:solidFill>
            <a:srgbClr val="9C7DCC"/>
          </a:solidFill>
          <a:ln>
            <a:solidFill>
              <a:srgbClr val="9C7DC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i-IN" sz="1050" b="1" dirty="0">
                <a:latin typeface="Poppins" panose="00000500000000000000" pitchFamily="2" charset="0"/>
                <a:cs typeface="Mangal" panose="00000500000000000000" pitchFamily="2" charset="0"/>
              </a:rPr>
              <a:t>दृष्टि तंत्रिका</a:t>
            </a:r>
          </a:p>
        </p:txBody>
      </p:sp>
      <p:cxnSp>
        <p:nvCxnSpPr>
          <p:cNvPr id="48" name="Connecteur droit 47">
            <a:extLst>
              <a:ext uri="{FF2B5EF4-FFF2-40B4-BE49-F238E27FC236}">
                <a16:creationId xmlns:a16="http://schemas.microsoft.com/office/drawing/2014/main" id="{8AD53327-6FC7-58EC-E93F-0B1D0B0FCD19}"/>
              </a:ext>
            </a:extLst>
          </p:cNvPr>
          <p:cNvCxnSpPr>
            <a:cxnSpLocks/>
          </p:cNvCxnSpPr>
          <p:nvPr/>
        </p:nvCxnSpPr>
        <p:spPr>
          <a:xfrm>
            <a:off x="2420059" y="3259750"/>
            <a:ext cx="617662" cy="11076"/>
          </a:xfrm>
          <a:prstGeom prst="line">
            <a:avLst/>
          </a:prstGeom>
          <a:solidFill>
            <a:srgbClr val="9C7DCC"/>
          </a:solidFill>
          <a:ln>
            <a:solidFill>
              <a:srgbClr val="9C7DCC"/>
            </a:solidFill>
          </a:ln>
        </p:spPr>
        <p:style>
          <a:lnRef idx="2">
            <a:schemeClr val="accent1">
              <a:shade val="15000"/>
            </a:schemeClr>
          </a:lnRef>
          <a:fillRef idx="1">
            <a:schemeClr val="accent1"/>
          </a:fillRef>
          <a:effectRef idx="0">
            <a:schemeClr val="accent1"/>
          </a:effectRef>
          <a:fontRef idx="minor">
            <a:schemeClr val="lt1"/>
          </a:fontRef>
        </p:style>
      </p:cxnSp>
      <p:cxnSp>
        <p:nvCxnSpPr>
          <p:cNvPr id="49" name="Connecteur droit 48">
            <a:extLst>
              <a:ext uri="{FF2B5EF4-FFF2-40B4-BE49-F238E27FC236}">
                <a16:creationId xmlns:a16="http://schemas.microsoft.com/office/drawing/2014/main" id="{621BCD58-04C4-76AE-C132-EEE3F95EB95D}"/>
              </a:ext>
            </a:extLst>
          </p:cNvPr>
          <p:cNvCxnSpPr>
            <a:cxnSpLocks/>
          </p:cNvCxnSpPr>
          <p:nvPr/>
        </p:nvCxnSpPr>
        <p:spPr>
          <a:xfrm>
            <a:off x="3021418" y="3269719"/>
            <a:ext cx="635610" cy="603132"/>
          </a:xfrm>
          <a:prstGeom prst="line">
            <a:avLst/>
          </a:prstGeom>
          <a:solidFill>
            <a:srgbClr val="9C7DCC"/>
          </a:solidFill>
          <a:ln>
            <a:solidFill>
              <a:srgbClr val="9C7DCC"/>
            </a:solidFill>
          </a:ln>
        </p:spPr>
        <p:style>
          <a:lnRef idx="2">
            <a:schemeClr val="accent1">
              <a:shade val="15000"/>
            </a:schemeClr>
          </a:lnRef>
          <a:fillRef idx="1">
            <a:schemeClr val="accent1"/>
          </a:fillRef>
          <a:effectRef idx="0">
            <a:schemeClr val="accent1"/>
          </a:effectRef>
          <a:fontRef idx="minor">
            <a:schemeClr val="lt1"/>
          </a:fontRef>
        </p:style>
      </p:cxnSp>
      <p:sp>
        <p:nvSpPr>
          <p:cNvPr id="51" name="Nuage 50">
            <a:extLst>
              <a:ext uri="{FF2B5EF4-FFF2-40B4-BE49-F238E27FC236}">
                <a16:creationId xmlns:a16="http://schemas.microsoft.com/office/drawing/2014/main" id="{FB233FAD-14A5-683B-5B24-B1353E2F2F91}"/>
              </a:ext>
            </a:extLst>
          </p:cNvPr>
          <p:cNvSpPr/>
          <p:nvPr/>
        </p:nvSpPr>
        <p:spPr>
          <a:xfrm>
            <a:off x="917388" y="2234391"/>
            <a:ext cx="1710849" cy="649089"/>
          </a:xfrm>
          <a:prstGeom prst="cloud">
            <a:avLst/>
          </a:prstGeom>
          <a:solidFill>
            <a:srgbClr val="9C7DCC"/>
          </a:solidFill>
          <a:ln>
            <a:solidFill>
              <a:srgbClr val="9C7DC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i-IN" sz="1050" b="1" dirty="0">
                <a:latin typeface="Poppins" panose="00000500000000000000" pitchFamily="2" charset="0"/>
                <a:cs typeface="Mangal" panose="00000500000000000000" pitchFamily="2" charset="0"/>
              </a:rPr>
              <a:t>मैक्युला</a:t>
            </a:r>
          </a:p>
        </p:txBody>
      </p:sp>
      <p:cxnSp>
        <p:nvCxnSpPr>
          <p:cNvPr id="52" name="Connecteur droit 51">
            <a:extLst>
              <a:ext uri="{FF2B5EF4-FFF2-40B4-BE49-F238E27FC236}">
                <a16:creationId xmlns:a16="http://schemas.microsoft.com/office/drawing/2014/main" id="{03CC4954-05FD-B12C-95EC-67EE7E3D93EE}"/>
              </a:ext>
            </a:extLst>
          </p:cNvPr>
          <p:cNvCxnSpPr>
            <a:cxnSpLocks/>
          </p:cNvCxnSpPr>
          <p:nvPr/>
        </p:nvCxnSpPr>
        <p:spPr>
          <a:xfrm>
            <a:off x="2344856" y="2560504"/>
            <a:ext cx="670364" cy="4196"/>
          </a:xfrm>
          <a:prstGeom prst="line">
            <a:avLst/>
          </a:prstGeom>
          <a:solidFill>
            <a:srgbClr val="9C7DCC"/>
          </a:solidFill>
          <a:ln>
            <a:solidFill>
              <a:srgbClr val="9C7DCC"/>
            </a:solidFill>
          </a:ln>
        </p:spPr>
        <p:style>
          <a:lnRef idx="2">
            <a:schemeClr val="accent1">
              <a:shade val="15000"/>
            </a:schemeClr>
          </a:lnRef>
          <a:fillRef idx="1">
            <a:schemeClr val="accent1"/>
          </a:fillRef>
          <a:effectRef idx="0">
            <a:schemeClr val="accent1"/>
          </a:effectRef>
          <a:fontRef idx="minor">
            <a:schemeClr val="lt1"/>
          </a:fontRef>
        </p:style>
      </p:cxnSp>
      <p:cxnSp>
        <p:nvCxnSpPr>
          <p:cNvPr id="53" name="Connecteur droit 52">
            <a:extLst>
              <a:ext uri="{FF2B5EF4-FFF2-40B4-BE49-F238E27FC236}">
                <a16:creationId xmlns:a16="http://schemas.microsoft.com/office/drawing/2014/main" id="{F560EA38-2F19-ADF4-A428-1ADE64C1B89C}"/>
              </a:ext>
            </a:extLst>
          </p:cNvPr>
          <p:cNvCxnSpPr>
            <a:cxnSpLocks/>
          </p:cNvCxnSpPr>
          <p:nvPr/>
        </p:nvCxnSpPr>
        <p:spPr>
          <a:xfrm>
            <a:off x="3019098" y="2558935"/>
            <a:ext cx="695941" cy="1112678"/>
          </a:xfrm>
          <a:prstGeom prst="line">
            <a:avLst/>
          </a:prstGeom>
          <a:solidFill>
            <a:srgbClr val="9C7DCC"/>
          </a:solidFill>
          <a:ln>
            <a:solidFill>
              <a:srgbClr val="9C7DCC"/>
            </a:solidFill>
          </a:ln>
        </p:spPr>
        <p:style>
          <a:lnRef idx="2">
            <a:schemeClr val="accent1">
              <a:shade val="15000"/>
            </a:schemeClr>
          </a:lnRef>
          <a:fillRef idx="1">
            <a:schemeClr val="accent1"/>
          </a:fillRef>
          <a:effectRef idx="0">
            <a:schemeClr val="accent1"/>
          </a:effectRef>
          <a:fontRef idx="minor">
            <a:schemeClr val="lt1"/>
          </a:fontRef>
        </p:style>
      </p:cxnSp>
      <p:sp>
        <p:nvSpPr>
          <p:cNvPr id="65" name="Nuage 64">
            <a:extLst>
              <a:ext uri="{FF2B5EF4-FFF2-40B4-BE49-F238E27FC236}">
                <a16:creationId xmlns:a16="http://schemas.microsoft.com/office/drawing/2014/main" id="{C82A0E73-2006-02F5-26A9-181A666DAA19}"/>
              </a:ext>
            </a:extLst>
          </p:cNvPr>
          <p:cNvSpPr/>
          <p:nvPr/>
        </p:nvSpPr>
        <p:spPr>
          <a:xfrm>
            <a:off x="838872" y="1536626"/>
            <a:ext cx="1743032" cy="645952"/>
          </a:xfrm>
          <a:prstGeom prst="cloud">
            <a:avLst/>
          </a:prstGeom>
          <a:solidFill>
            <a:srgbClr val="9C7DCC"/>
          </a:solidFill>
          <a:ln>
            <a:solidFill>
              <a:srgbClr val="9C7DC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i-IN" sz="1050" b="1" dirty="0">
                <a:latin typeface="Poppins" panose="00000500000000000000" pitchFamily="2" charset="0"/>
                <a:cs typeface="Mangal" panose="00000500000000000000" pitchFamily="2" charset="0"/>
              </a:rPr>
              <a:t>काचाभ द्रव</a:t>
            </a:r>
          </a:p>
        </p:txBody>
      </p:sp>
      <p:cxnSp>
        <p:nvCxnSpPr>
          <p:cNvPr id="66" name="Connecteur droit 65">
            <a:extLst>
              <a:ext uri="{FF2B5EF4-FFF2-40B4-BE49-F238E27FC236}">
                <a16:creationId xmlns:a16="http://schemas.microsoft.com/office/drawing/2014/main" id="{7A2281C1-7A9E-4230-852B-460E55D4B4E8}"/>
              </a:ext>
            </a:extLst>
          </p:cNvPr>
          <p:cNvCxnSpPr>
            <a:cxnSpLocks/>
          </p:cNvCxnSpPr>
          <p:nvPr/>
        </p:nvCxnSpPr>
        <p:spPr>
          <a:xfrm>
            <a:off x="2387423" y="1859602"/>
            <a:ext cx="670364" cy="4196"/>
          </a:xfrm>
          <a:prstGeom prst="line">
            <a:avLst/>
          </a:prstGeom>
          <a:solidFill>
            <a:srgbClr val="9C7DCC"/>
          </a:solidFill>
          <a:ln>
            <a:solidFill>
              <a:srgbClr val="9C7DCC"/>
            </a:solidFill>
          </a:ln>
        </p:spPr>
        <p:style>
          <a:lnRef idx="2">
            <a:schemeClr val="accent1">
              <a:shade val="15000"/>
            </a:schemeClr>
          </a:lnRef>
          <a:fillRef idx="1">
            <a:schemeClr val="accent1"/>
          </a:fillRef>
          <a:effectRef idx="0">
            <a:schemeClr val="accent1"/>
          </a:effectRef>
          <a:fontRef idx="minor">
            <a:schemeClr val="lt1"/>
          </a:fontRef>
        </p:style>
      </p:cxnSp>
      <p:cxnSp>
        <p:nvCxnSpPr>
          <p:cNvPr id="67" name="Connecteur droit 66">
            <a:extLst>
              <a:ext uri="{FF2B5EF4-FFF2-40B4-BE49-F238E27FC236}">
                <a16:creationId xmlns:a16="http://schemas.microsoft.com/office/drawing/2014/main" id="{E692012F-C1A5-9F2D-7FB2-A6F87BD01416}"/>
              </a:ext>
            </a:extLst>
          </p:cNvPr>
          <p:cNvCxnSpPr>
            <a:cxnSpLocks/>
          </p:cNvCxnSpPr>
          <p:nvPr/>
        </p:nvCxnSpPr>
        <p:spPr>
          <a:xfrm>
            <a:off x="3064368" y="1863798"/>
            <a:ext cx="1104154" cy="1159606"/>
          </a:xfrm>
          <a:prstGeom prst="line">
            <a:avLst/>
          </a:prstGeom>
          <a:solidFill>
            <a:srgbClr val="9C7DCC"/>
          </a:solidFill>
          <a:ln>
            <a:solidFill>
              <a:srgbClr val="9C7DCC"/>
            </a:solidFill>
          </a:ln>
        </p:spPr>
        <p:style>
          <a:lnRef idx="2">
            <a:schemeClr val="accent1">
              <a:shade val="15000"/>
            </a:schemeClr>
          </a:lnRef>
          <a:fillRef idx="1">
            <a:schemeClr val="accent1"/>
          </a:fillRef>
          <a:effectRef idx="0">
            <a:schemeClr val="accent1"/>
          </a:effectRef>
          <a:fontRef idx="minor">
            <a:schemeClr val="lt1"/>
          </a:fontRef>
        </p:style>
      </p:cxnSp>
      <p:sp>
        <p:nvSpPr>
          <p:cNvPr id="74" name="Nuage 73">
            <a:extLst>
              <a:ext uri="{FF2B5EF4-FFF2-40B4-BE49-F238E27FC236}">
                <a16:creationId xmlns:a16="http://schemas.microsoft.com/office/drawing/2014/main" id="{05E94107-783D-765F-03A6-6CCC760F9566}"/>
              </a:ext>
            </a:extLst>
          </p:cNvPr>
          <p:cNvSpPr/>
          <p:nvPr/>
        </p:nvSpPr>
        <p:spPr>
          <a:xfrm>
            <a:off x="6844227" y="1510858"/>
            <a:ext cx="2033940" cy="645952"/>
          </a:xfrm>
          <a:prstGeom prst="cloud">
            <a:avLst/>
          </a:prstGeom>
          <a:solidFill>
            <a:srgbClr val="9C7DCC"/>
          </a:solidFill>
          <a:ln>
            <a:solidFill>
              <a:srgbClr val="9C7DC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i-IN" sz="1050" b="1" dirty="0">
                <a:latin typeface="Poppins" panose="00000500000000000000" pitchFamily="2" charset="0"/>
                <a:cs typeface="Mangal" panose="00000500000000000000" pitchFamily="2" charset="0"/>
              </a:rPr>
              <a:t>श्लेम की नलिका</a:t>
            </a:r>
          </a:p>
        </p:txBody>
      </p:sp>
      <p:cxnSp>
        <p:nvCxnSpPr>
          <p:cNvPr id="75" name="Connecteur droit 74">
            <a:extLst>
              <a:ext uri="{FF2B5EF4-FFF2-40B4-BE49-F238E27FC236}">
                <a16:creationId xmlns:a16="http://schemas.microsoft.com/office/drawing/2014/main" id="{8122097E-A97A-000C-75D5-1C66FD34E1A9}"/>
              </a:ext>
            </a:extLst>
          </p:cNvPr>
          <p:cNvCxnSpPr>
            <a:cxnSpLocks/>
          </p:cNvCxnSpPr>
          <p:nvPr/>
        </p:nvCxnSpPr>
        <p:spPr>
          <a:xfrm>
            <a:off x="6374694" y="1829638"/>
            <a:ext cx="671510" cy="4196"/>
          </a:xfrm>
          <a:prstGeom prst="line">
            <a:avLst/>
          </a:prstGeom>
          <a:solidFill>
            <a:srgbClr val="9C7DCC"/>
          </a:solidFill>
          <a:ln>
            <a:solidFill>
              <a:srgbClr val="9C7DCC"/>
            </a:solidFill>
          </a:ln>
        </p:spPr>
        <p:style>
          <a:lnRef idx="2">
            <a:schemeClr val="accent1">
              <a:shade val="15000"/>
            </a:schemeClr>
          </a:lnRef>
          <a:fillRef idx="1">
            <a:schemeClr val="accent1"/>
          </a:fillRef>
          <a:effectRef idx="0">
            <a:schemeClr val="accent1"/>
          </a:effectRef>
          <a:fontRef idx="minor">
            <a:schemeClr val="lt1"/>
          </a:fontRef>
        </p:style>
      </p:cxnSp>
      <p:cxnSp>
        <p:nvCxnSpPr>
          <p:cNvPr id="76" name="Connecteur droit 75">
            <a:extLst>
              <a:ext uri="{FF2B5EF4-FFF2-40B4-BE49-F238E27FC236}">
                <a16:creationId xmlns:a16="http://schemas.microsoft.com/office/drawing/2014/main" id="{AA67CBE6-0066-8A15-2326-AB4C8FC47633}"/>
              </a:ext>
            </a:extLst>
          </p:cNvPr>
          <p:cNvCxnSpPr>
            <a:cxnSpLocks/>
          </p:cNvCxnSpPr>
          <p:nvPr/>
        </p:nvCxnSpPr>
        <p:spPr>
          <a:xfrm flipV="1">
            <a:off x="5543550" y="1825871"/>
            <a:ext cx="828824" cy="1285722"/>
          </a:xfrm>
          <a:prstGeom prst="line">
            <a:avLst/>
          </a:prstGeom>
          <a:solidFill>
            <a:srgbClr val="9C7DCC"/>
          </a:solidFill>
          <a:ln>
            <a:solidFill>
              <a:srgbClr val="9C7DCC"/>
            </a:solidFill>
          </a:ln>
        </p:spPr>
        <p:style>
          <a:lnRef idx="2">
            <a:schemeClr val="accent1">
              <a:shade val="15000"/>
            </a:schemeClr>
          </a:lnRef>
          <a:fillRef idx="1">
            <a:schemeClr val="accent1"/>
          </a:fillRef>
          <a:effectRef idx="0">
            <a:schemeClr val="accent1"/>
          </a:effectRef>
          <a:fontRef idx="minor">
            <a:schemeClr val="lt1"/>
          </a:fontRef>
        </p:style>
      </p:cxnSp>
    </p:spTree>
    <p:extLst>
      <p:ext uri="{BB962C8B-B14F-4D97-AF65-F5344CB8AC3E}">
        <p14:creationId xmlns:p14="http://schemas.microsoft.com/office/powerpoint/2010/main" val="286065243"/>
      </p:ext>
    </p:extLst>
  </p:cSld>
  <p:clrMapOvr>
    <a:masterClrMapping/>
  </p:clrMapOvr>
</p:sld>
</file>

<file path=ppt/theme/theme1.xml><?xml version="1.0" encoding="utf-8"?>
<a:theme xmlns:a="http://schemas.openxmlformats.org/drawingml/2006/main" name="Thème Office">
  <a:themeElements>
    <a:clrScheme name="Thème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hème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57</TotalTime>
  <Words>59</Words>
  <Application>Microsoft Office PowerPoint</Application>
  <PresentationFormat>Affichage à l'écran (4:3)</PresentationFormat>
  <Paragraphs>14</Paragraphs>
  <Slides>1</Slides>
  <Notes>0</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1</vt:i4>
      </vt:variant>
    </vt:vector>
  </HeadingPairs>
  <TitlesOfParts>
    <vt:vector size="6" baseType="lpstr">
      <vt:lpstr>Arial</vt:lpstr>
      <vt:lpstr>Calibri</vt:lpstr>
      <vt:lpstr>Calibri Light</vt:lpstr>
      <vt:lpstr>Poppins</vt:lpstr>
      <vt:lpstr>Thème Office</vt:lpstr>
      <vt:lpstr>Présentation PowerPoint</vt:lpstr>
    </vt:vector>
  </TitlesOfParts>
  <Company>SERVIER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ROTA HUGO SI</dc:creator>
  <cp:lastModifiedBy>ROTA HUGO SI</cp:lastModifiedBy>
  <cp:revision>2</cp:revision>
  <dcterms:created xsi:type="dcterms:W3CDTF">2024-05-16T14:55:27Z</dcterms:created>
  <dcterms:modified xsi:type="dcterms:W3CDTF">2024-07-03T14:03:37Z</dcterms:modified>
</cp:coreProperties>
</file>