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C7DCC"/>
    <a:srgbClr val="47BF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FCCA95A-6217-44AF-8279-DB38BFB5EAD6}" v="26" dt="2024-07-03T13:57:56.59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4" d="100"/>
          <a:sy n="114" d="100"/>
        </p:scale>
        <p:origin x="624" y="1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microsoft.com/office/2015/10/relationships/revisionInfo" Target="revisionInfo.xml"/><Relationship Id="rId3" Type="http://schemas.openxmlformats.org/officeDocument/2006/relationships/presProps" Target="presProps.xml"/><Relationship Id="rId7"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TA HUGO SI" userId="f084d78e-b525-4b91-8087-634c06aecf4c" providerId="ADAL" clId="{FFCCA95A-6217-44AF-8279-DB38BFB5EAD6}"/>
    <pc:docChg chg="undo custSel modSld">
      <pc:chgData name="ROTA HUGO SI" userId="f084d78e-b525-4b91-8087-634c06aecf4c" providerId="ADAL" clId="{FFCCA95A-6217-44AF-8279-DB38BFB5EAD6}" dt="2024-07-03T14:03:30.636" v="565" actId="14100"/>
      <pc:docMkLst>
        <pc:docMk/>
      </pc:docMkLst>
      <pc:sldChg chg="addSp delSp modSp mod">
        <pc:chgData name="ROTA HUGO SI" userId="f084d78e-b525-4b91-8087-634c06aecf4c" providerId="ADAL" clId="{FFCCA95A-6217-44AF-8279-DB38BFB5EAD6}" dt="2024-07-03T14:03:30.636" v="565" actId="14100"/>
        <pc:sldMkLst>
          <pc:docMk/>
          <pc:sldMk cId="286065243" sldId="256"/>
        </pc:sldMkLst>
        <pc:spChg chg="add mod">
          <ac:chgData name="ROTA HUGO SI" userId="f084d78e-b525-4b91-8087-634c06aecf4c" providerId="ADAL" clId="{FFCCA95A-6217-44AF-8279-DB38BFB5EAD6}" dt="2024-07-03T13:20:25.451" v="85" actId="1076"/>
          <ac:spMkLst>
            <pc:docMk/>
            <pc:sldMk cId="286065243" sldId="256"/>
            <ac:spMk id="2" creationId="{E75B43A1-8959-0F7A-A696-6999D14AF92E}"/>
          </ac:spMkLst>
        </pc:spChg>
        <pc:spChg chg="add mod">
          <ac:chgData name="ROTA HUGO SI" userId="f084d78e-b525-4b91-8087-634c06aecf4c" providerId="ADAL" clId="{FFCCA95A-6217-44AF-8279-DB38BFB5EAD6}" dt="2024-07-03T13:58:37.881" v="429" actId="1076"/>
          <ac:spMkLst>
            <pc:docMk/>
            <pc:sldMk cId="286065243" sldId="256"/>
            <ac:spMk id="3" creationId="{21082E92-68E4-7BC2-ED8D-83E1473D11D4}"/>
          </ac:spMkLst>
        </pc:spChg>
        <pc:spChg chg="add mod">
          <ac:chgData name="ROTA HUGO SI" userId="f084d78e-b525-4b91-8087-634c06aecf4c" providerId="ADAL" clId="{FFCCA95A-6217-44AF-8279-DB38BFB5EAD6}" dt="2024-07-03T14:03:30.636" v="565" actId="14100"/>
          <ac:spMkLst>
            <pc:docMk/>
            <pc:sldMk cId="286065243" sldId="256"/>
            <ac:spMk id="4" creationId="{11AE43F3-E010-8E11-260C-16631D56D260}"/>
          </ac:spMkLst>
        </pc:spChg>
        <pc:spChg chg="add mod">
          <ac:chgData name="ROTA HUGO SI" userId="f084d78e-b525-4b91-8087-634c06aecf4c" providerId="ADAL" clId="{FFCCA95A-6217-44AF-8279-DB38BFB5EAD6}" dt="2024-07-03T13:58:51.194" v="459" actId="1036"/>
          <ac:spMkLst>
            <pc:docMk/>
            <pc:sldMk cId="286065243" sldId="256"/>
            <ac:spMk id="6" creationId="{85FEC2D6-FDF8-C2BE-8C45-E5E370129F54}"/>
          </ac:spMkLst>
        </pc:spChg>
        <pc:spChg chg="add mod">
          <ac:chgData name="ROTA HUGO SI" userId="f084d78e-b525-4b91-8087-634c06aecf4c" providerId="ADAL" clId="{FFCCA95A-6217-44AF-8279-DB38BFB5EAD6}" dt="2024-07-03T13:58:51.194" v="459" actId="1036"/>
          <ac:spMkLst>
            <pc:docMk/>
            <pc:sldMk cId="286065243" sldId="256"/>
            <ac:spMk id="7" creationId="{91AF73B8-4A93-0DA1-002F-94AA0E77300F}"/>
          </ac:spMkLst>
        </pc:spChg>
        <pc:spChg chg="add del mod">
          <ac:chgData name="ROTA HUGO SI" userId="f084d78e-b525-4b91-8087-634c06aecf4c" providerId="ADAL" clId="{FFCCA95A-6217-44AF-8279-DB38BFB5EAD6}" dt="2024-07-03T13:38:30.007" v="106"/>
          <ac:spMkLst>
            <pc:docMk/>
            <pc:sldMk cId="286065243" sldId="256"/>
            <ac:spMk id="15" creationId="{DAF895CB-E580-BD56-40F6-3BB61875734A}"/>
          </ac:spMkLst>
        </pc:spChg>
        <pc:spChg chg="add mod">
          <ac:chgData name="ROTA HUGO SI" userId="f084d78e-b525-4b91-8087-634c06aecf4c" providerId="ADAL" clId="{FFCCA95A-6217-44AF-8279-DB38BFB5EAD6}" dt="2024-07-03T13:58:51.194" v="459" actId="1036"/>
          <ac:spMkLst>
            <pc:docMk/>
            <pc:sldMk cId="286065243" sldId="256"/>
            <ac:spMk id="19" creationId="{3D118DAE-6734-3B59-B89F-5DF0FA1E7576}"/>
          </ac:spMkLst>
        </pc:spChg>
        <pc:spChg chg="add mod">
          <ac:chgData name="ROTA HUGO SI" userId="f084d78e-b525-4b91-8087-634c06aecf4c" providerId="ADAL" clId="{FFCCA95A-6217-44AF-8279-DB38BFB5EAD6}" dt="2024-07-03T13:58:51.194" v="459" actId="1036"/>
          <ac:spMkLst>
            <pc:docMk/>
            <pc:sldMk cId="286065243" sldId="256"/>
            <ac:spMk id="25" creationId="{321EA73F-7031-2030-2605-3394F01D3A99}"/>
          </ac:spMkLst>
        </pc:spChg>
        <pc:spChg chg="add mod">
          <ac:chgData name="ROTA HUGO SI" userId="f084d78e-b525-4b91-8087-634c06aecf4c" providerId="ADAL" clId="{FFCCA95A-6217-44AF-8279-DB38BFB5EAD6}" dt="2024-07-03T13:59:18.305" v="508" actId="1037"/>
          <ac:spMkLst>
            <pc:docMk/>
            <pc:sldMk cId="286065243" sldId="256"/>
            <ac:spMk id="29" creationId="{F6DC3864-2992-60C7-7F47-C3B85EAF1C7F}"/>
          </ac:spMkLst>
        </pc:spChg>
        <pc:spChg chg="add mod">
          <ac:chgData name="ROTA HUGO SI" userId="f084d78e-b525-4b91-8087-634c06aecf4c" providerId="ADAL" clId="{FFCCA95A-6217-44AF-8279-DB38BFB5EAD6}" dt="2024-07-03T13:59:18.305" v="508" actId="1037"/>
          <ac:spMkLst>
            <pc:docMk/>
            <pc:sldMk cId="286065243" sldId="256"/>
            <ac:spMk id="34" creationId="{27671222-3755-53D1-95B4-7D6536757A3C}"/>
          </ac:spMkLst>
        </pc:spChg>
        <pc:spChg chg="add mod">
          <ac:chgData name="ROTA HUGO SI" userId="f084d78e-b525-4b91-8087-634c06aecf4c" providerId="ADAL" clId="{FFCCA95A-6217-44AF-8279-DB38BFB5EAD6}" dt="2024-07-03T13:59:18.305" v="508" actId="1037"/>
          <ac:spMkLst>
            <pc:docMk/>
            <pc:sldMk cId="286065243" sldId="256"/>
            <ac:spMk id="39" creationId="{1328C96F-2A4C-E63E-597D-A0CE43B0BFBB}"/>
          </ac:spMkLst>
        </pc:spChg>
        <pc:spChg chg="add mod">
          <ac:chgData name="ROTA HUGO SI" userId="f084d78e-b525-4b91-8087-634c06aecf4c" providerId="ADAL" clId="{FFCCA95A-6217-44AF-8279-DB38BFB5EAD6}" dt="2024-07-03T13:59:18.305" v="508" actId="1037"/>
          <ac:spMkLst>
            <pc:docMk/>
            <pc:sldMk cId="286065243" sldId="256"/>
            <ac:spMk id="44" creationId="{DC21E8FB-38D6-02F9-DD1F-BA846A0AB5B8}"/>
          </ac:spMkLst>
        </pc:spChg>
        <pc:spChg chg="add mod">
          <ac:chgData name="ROTA HUGO SI" userId="f084d78e-b525-4b91-8087-634c06aecf4c" providerId="ADAL" clId="{FFCCA95A-6217-44AF-8279-DB38BFB5EAD6}" dt="2024-07-03T13:59:18.305" v="508" actId="1037"/>
          <ac:spMkLst>
            <pc:docMk/>
            <pc:sldMk cId="286065243" sldId="256"/>
            <ac:spMk id="47" creationId="{E59D6E7C-4073-4CBF-A90D-18CDAC7ED715}"/>
          </ac:spMkLst>
        </pc:spChg>
        <pc:spChg chg="add mod">
          <ac:chgData name="ROTA HUGO SI" userId="f084d78e-b525-4b91-8087-634c06aecf4c" providerId="ADAL" clId="{FFCCA95A-6217-44AF-8279-DB38BFB5EAD6}" dt="2024-07-03T13:59:18.305" v="508" actId="1037"/>
          <ac:spMkLst>
            <pc:docMk/>
            <pc:sldMk cId="286065243" sldId="256"/>
            <ac:spMk id="51" creationId="{FB233FAD-14A5-683B-5B24-B1353E2F2F91}"/>
          </ac:spMkLst>
        </pc:spChg>
        <pc:spChg chg="add del mod">
          <ac:chgData name="ROTA HUGO SI" userId="f084d78e-b525-4b91-8087-634c06aecf4c" providerId="ADAL" clId="{FFCCA95A-6217-44AF-8279-DB38BFB5EAD6}" dt="2024-07-03T13:51:55.997" v="307"/>
          <ac:spMkLst>
            <pc:docMk/>
            <pc:sldMk cId="286065243" sldId="256"/>
            <ac:spMk id="62" creationId="{1F85F996-2414-BD5B-944C-B121563C32B3}"/>
          </ac:spMkLst>
        </pc:spChg>
        <pc:spChg chg="add mod">
          <ac:chgData name="ROTA HUGO SI" userId="f084d78e-b525-4b91-8087-634c06aecf4c" providerId="ADAL" clId="{FFCCA95A-6217-44AF-8279-DB38BFB5EAD6}" dt="2024-07-03T13:59:18.305" v="508" actId="1037"/>
          <ac:spMkLst>
            <pc:docMk/>
            <pc:sldMk cId="286065243" sldId="256"/>
            <ac:spMk id="65" creationId="{C82A0E73-2006-02F5-26A9-181A666DAA19}"/>
          </ac:spMkLst>
        </pc:spChg>
        <pc:spChg chg="add del mod">
          <ac:chgData name="ROTA HUGO SI" userId="f084d78e-b525-4b91-8087-634c06aecf4c" providerId="ADAL" clId="{FFCCA95A-6217-44AF-8279-DB38BFB5EAD6}" dt="2024-07-03T13:53:48.869" v="363"/>
          <ac:spMkLst>
            <pc:docMk/>
            <pc:sldMk cId="286065243" sldId="256"/>
            <ac:spMk id="71" creationId="{7F30CBA5-9221-CD41-4712-99073C02D224}"/>
          </ac:spMkLst>
        </pc:spChg>
        <pc:spChg chg="add mod">
          <ac:chgData name="ROTA HUGO SI" userId="f084d78e-b525-4b91-8087-634c06aecf4c" providerId="ADAL" clId="{FFCCA95A-6217-44AF-8279-DB38BFB5EAD6}" dt="2024-07-03T13:58:51.194" v="459" actId="1036"/>
          <ac:spMkLst>
            <pc:docMk/>
            <pc:sldMk cId="286065243" sldId="256"/>
            <ac:spMk id="74" creationId="{05E94107-783D-765F-03A6-6CCC760F9566}"/>
          </ac:spMkLst>
        </pc:spChg>
        <pc:spChg chg="add del mod">
          <ac:chgData name="ROTA HUGO SI" userId="f084d78e-b525-4b91-8087-634c06aecf4c" providerId="ADAL" clId="{FFCCA95A-6217-44AF-8279-DB38BFB5EAD6}" dt="2024-07-03T13:57:56.590" v="396"/>
          <ac:spMkLst>
            <pc:docMk/>
            <pc:sldMk cId="286065243" sldId="256"/>
            <ac:spMk id="81" creationId="{E781E1D2-A0C9-429F-7DD8-80480150140F}"/>
          </ac:spMkLst>
        </pc:spChg>
        <pc:picChg chg="add mod">
          <ac:chgData name="ROTA HUGO SI" userId="f084d78e-b525-4b91-8087-634c06aecf4c" providerId="ADAL" clId="{FFCCA95A-6217-44AF-8279-DB38BFB5EAD6}" dt="2024-07-03T14:00:37.951" v="523" actId="1076"/>
          <ac:picMkLst>
            <pc:docMk/>
            <pc:sldMk cId="286065243" sldId="256"/>
            <ac:picMk id="5" creationId="{1917E866-12E2-E440-4FAB-D8DDF66AE5FD}"/>
          </ac:picMkLst>
        </pc:picChg>
        <pc:cxnChg chg="add mod">
          <ac:chgData name="ROTA HUGO SI" userId="f084d78e-b525-4b91-8087-634c06aecf4c" providerId="ADAL" clId="{FFCCA95A-6217-44AF-8279-DB38BFB5EAD6}" dt="2024-07-03T13:58:51.194" v="459" actId="1036"/>
          <ac:cxnSpMkLst>
            <pc:docMk/>
            <pc:sldMk cId="286065243" sldId="256"/>
            <ac:cxnSpMk id="8" creationId="{A1A1EFEA-240B-6172-DE4A-F4682E0920B5}"/>
          </ac:cxnSpMkLst>
        </pc:cxnChg>
        <pc:cxnChg chg="add mod">
          <ac:chgData name="ROTA HUGO SI" userId="f084d78e-b525-4b91-8087-634c06aecf4c" providerId="ADAL" clId="{FFCCA95A-6217-44AF-8279-DB38BFB5EAD6}" dt="2024-07-03T13:58:51.194" v="459" actId="1036"/>
          <ac:cxnSpMkLst>
            <pc:docMk/>
            <pc:sldMk cId="286065243" sldId="256"/>
            <ac:cxnSpMk id="9" creationId="{2672CEA5-B97D-55B6-E8DF-D13BC18FD03E}"/>
          </ac:cxnSpMkLst>
        </pc:cxnChg>
        <pc:cxnChg chg="add del mod">
          <ac:chgData name="ROTA HUGO SI" userId="f084d78e-b525-4b91-8087-634c06aecf4c" providerId="ADAL" clId="{FFCCA95A-6217-44AF-8279-DB38BFB5EAD6}" dt="2024-07-03T13:38:30.007" v="106"/>
          <ac:cxnSpMkLst>
            <pc:docMk/>
            <pc:sldMk cId="286065243" sldId="256"/>
            <ac:cxnSpMk id="16" creationId="{4408D6BC-C50E-48CD-774D-92CB06353270}"/>
          </ac:cxnSpMkLst>
        </pc:cxnChg>
        <pc:cxnChg chg="add mod">
          <ac:chgData name="ROTA HUGO SI" userId="f084d78e-b525-4b91-8087-634c06aecf4c" providerId="ADAL" clId="{FFCCA95A-6217-44AF-8279-DB38BFB5EAD6}" dt="2024-07-03T13:58:51.194" v="459" actId="1036"/>
          <ac:cxnSpMkLst>
            <pc:docMk/>
            <pc:sldMk cId="286065243" sldId="256"/>
            <ac:cxnSpMk id="17" creationId="{F6EA4945-2695-2AAE-1C90-92E85C66CBC2}"/>
          </ac:cxnSpMkLst>
        </pc:cxnChg>
        <pc:cxnChg chg="add del mod">
          <ac:chgData name="ROTA HUGO SI" userId="f084d78e-b525-4b91-8087-634c06aecf4c" providerId="ADAL" clId="{FFCCA95A-6217-44AF-8279-DB38BFB5EAD6}" dt="2024-07-03T13:39:49.026" v="118" actId="478"/>
          <ac:cxnSpMkLst>
            <pc:docMk/>
            <pc:sldMk cId="286065243" sldId="256"/>
            <ac:cxnSpMk id="20" creationId="{DC9FE56E-BBE7-7FC4-CA67-2148E3817685}"/>
          </ac:cxnSpMkLst>
        </pc:cxnChg>
        <pc:cxnChg chg="add mod">
          <ac:chgData name="ROTA HUGO SI" userId="f084d78e-b525-4b91-8087-634c06aecf4c" providerId="ADAL" clId="{FFCCA95A-6217-44AF-8279-DB38BFB5EAD6}" dt="2024-07-03T13:58:51.194" v="459" actId="1036"/>
          <ac:cxnSpMkLst>
            <pc:docMk/>
            <pc:sldMk cId="286065243" sldId="256"/>
            <ac:cxnSpMk id="24" creationId="{3E4E2DEE-EFD6-896E-3B20-2F20FDE0039A}"/>
          </ac:cxnSpMkLst>
        </pc:cxnChg>
        <pc:cxnChg chg="add mod">
          <ac:chgData name="ROTA HUGO SI" userId="f084d78e-b525-4b91-8087-634c06aecf4c" providerId="ADAL" clId="{FFCCA95A-6217-44AF-8279-DB38BFB5EAD6}" dt="2024-07-03T13:58:51.194" v="459" actId="1036"/>
          <ac:cxnSpMkLst>
            <pc:docMk/>
            <pc:sldMk cId="286065243" sldId="256"/>
            <ac:cxnSpMk id="26" creationId="{2FB02829-5835-F231-38CE-F5933F3A3537}"/>
          </ac:cxnSpMkLst>
        </pc:cxnChg>
        <pc:cxnChg chg="add mod">
          <ac:chgData name="ROTA HUGO SI" userId="f084d78e-b525-4b91-8087-634c06aecf4c" providerId="ADAL" clId="{FFCCA95A-6217-44AF-8279-DB38BFB5EAD6}" dt="2024-07-03T13:58:51.194" v="459" actId="1036"/>
          <ac:cxnSpMkLst>
            <pc:docMk/>
            <pc:sldMk cId="286065243" sldId="256"/>
            <ac:cxnSpMk id="27" creationId="{74C97B34-0996-C89D-A98E-067B87A8F70C}"/>
          </ac:cxnSpMkLst>
        </pc:cxnChg>
        <pc:cxnChg chg="add mod">
          <ac:chgData name="ROTA HUGO SI" userId="f084d78e-b525-4b91-8087-634c06aecf4c" providerId="ADAL" clId="{FFCCA95A-6217-44AF-8279-DB38BFB5EAD6}" dt="2024-07-03T14:00:23.864" v="520" actId="14100"/>
          <ac:cxnSpMkLst>
            <pc:docMk/>
            <pc:sldMk cId="286065243" sldId="256"/>
            <ac:cxnSpMk id="30" creationId="{6B18A793-4FCA-ECA6-92C4-83AEB0422DB7}"/>
          </ac:cxnSpMkLst>
        </pc:cxnChg>
        <pc:cxnChg chg="add mod">
          <ac:chgData name="ROTA HUGO SI" userId="f084d78e-b525-4b91-8087-634c06aecf4c" providerId="ADAL" clId="{FFCCA95A-6217-44AF-8279-DB38BFB5EAD6}" dt="2024-07-03T14:01:02.867" v="530" actId="1037"/>
          <ac:cxnSpMkLst>
            <pc:docMk/>
            <pc:sldMk cId="286065243" sldId="256"/>
            <ac:cxnSpMk id="31" creationId="{B009563E-C94E-1F22-8D3A-530066037C4A}"/>
          </ac:cxnSpMkLst>
        </pc:cxnChg>
        <pc:cxnChg chg="add mod">
          <ac:chgData name="ROTA HUGO SI" userId="f084d78e-b525-4b91-8087-634c06aecf4c" providerId="ADAL" clId="{FFCCA95A-6217-44AF-8279-DB38BFB5EAD6}" dt="2024-07-03T13:59:55.397" v="516" actId="14100"/>
          <ac:cxnSpMkLst>
            <pc:docMk/>
            <pc:sldMk cId="286065243" sldId="256"/>
            <ac:cxnSpMk id="35" creationId="{550AB126-E6A9-3AD7-6D43-27A598AA7F83}"/>
          </ac:cxnSpMkLst>
        </pc:cxnChg>
        <pc:cxnChg chg="add mod">
          <ac:chgData name="ROTA HUGO SI" userId="f084d78e-b525-4b91-8087-634c06aecf4c" providerId="ADAL" clId="{FFCCA95A-6217-44AF-8279-DB38BFB5EAD6}" dt="2024-07-03T14:01:08.602" v="531" actId="14100"/>
          <ac:cxnSpMkLst>
            <pc:docMk/>
            <pc:sldMk cId="286065243" sldId="256"/>
            <ac:cxnSpMk id="36" creationId="{58EE6D29-D922-97A0-A30D-B2E3EF149D4D}"/>
          </ac:cxnSpMkLst>
        </pc:cxnChg>
        <pc:cxnChg chg="add mod">
          <ac:chgData name="ROTA HUGO SI" userId="f084d78e-b525-4b91-8087-634c06aecf4c" providerId="ADAL" clId="{FFCCA95A-6217-44AF-8279-DB38BFB5EAD6}" dt="2024-07-03T13:59:55.397" v="516" actId="14100"/>
          <ac:cxnSpMkLst>
            <pc:docMk/>
            <pc:sldMk cId="286065243" sldId="256"/>
            <ac:cxnSpMk id="40" creationId="{39269874-1E0D-633F-7761-82EA1547D431}"/>
          </ac:cxnSpMkLst>
        </pc:cxnChg>
        <pc:cxnChg chg="add mod">
          <ac:chgData name="ROTA HUGO SI" userId="f084d78e-b525-4b91-8087-634c06aecf4c" providerId="ADAL" clId="{FFCCA95A-6217-44AF-8279-DB38BFB5EAD6}" dt="2024-07-03T14:01:15.627" v="532" actId="14100"/>
          <ac:cxnSpMkLst>
            <pc:docMk/>
            <pc:sldMk cId="286065243" sldId="256"/>
            <ac:cxnSpMk id="41" creationId="{6D685361-E585-BEF2-66AC-A5D06F1C5F45}"/>
          </ac:cxnSpMkLst>
        </pc:cxnChg>
        <pc:cxnChg chg="add mod">
          <ac:chgData name="ROTA HUGO SI" userId="f084d78e-b525-4b91-8087-634c06aecf4c" providerId="ADAL" clId="{FFCCA95A-6217-44AF-8279-DB38BFB5EAD6}" dt="2024-07-03T14:01:36.955" v="560" actId="14100"/>
          <ac:cxnSpMkLst>
            <pc:docMk/>
            <pc:sldMk cId="286065243" sldId="256"/>
            <ac:cxnSpMk id="45" creationId="{45821FEA-56F2-6C82-E662-CBF059FD4F01}"/>
          </ac:cxnSpMkLst>
        </pc:cxnChg>
        <pc:cxnChg chg="add mod">
          <ac:chgData name="ROTA HUGO SI" userId="f084d78e-b525-4b91-8087-634c06aecf4c" providerId="ADAL" clId="{FFCCA95A-6217-44AF-8279-DB38BFB5EAD6}" dt="2024-07-03T13:59:55.397" v="516" actId="14100"/>
          <ac:cxnSpMkLst>
            <pc:docMk/>
            <pc:sldMk cId="286065243" sldId="256"/>
            <ac:cxnSpMk id="48" creationId="{8AD53327-6FC7-58EC-E93F-0B1D0B0FCD19}"/>
          </ac:cxnSpMkLst>
        </pc:cxnChg>
        <pc:cxnChg chg="add mod">
          <ac:chgData name="ROTA HUGO SI" userId="f084d78e-b525-4b91-8087-634c06aecf4c" providerId="ADAL" clId="{FFCCA95A-6217-44AF-8279-DB38BFB5EAD6}" dt="2024-07-03T14:00:36.017" v="521" actId="14100"/>
          <ac:cxnSpMkLst>
            <pc:docMk/>
            <pc:sldMk cId="286065243" sldId="256"/>
            <ac:cxnSpMk id="49" creationId="{621BCD58-04C4-76AE-C132-EEE3F95EB95D}"/>
          </ac:cxnSpMkLst>
        </pc:cxnChg>
        <pc:cxnChg chg="add mod">
          <ac:chgData name="ROTA HUGO SI" userId="f084d78e-b525-4b91-8087-634c06aecf4c" providerId="ADAL" clId="{FFCCA95A-6217-44AF-8279-DB38BFB5EAD6}" dt="2024-07-03T13:59:55.397" v="516" actId="14100"/>
          <ac:cxnSpMkLst>
            <pc:docMk/>
            <pc:sldMk cId="286065243" sldId="256"/>
            <ac:cxnSpMk id="52" creationId="{03CC4954-05FD-B12C-95EC-67EE7E3D93EE}"/>
          </ac:cxnSpMkLst>
        </pc:cxnChg>
        <pc:cxnChg chg="add mod">
          <ac:chgData name="ROTA HUGO SI" userId="f084d78e-b525-4b91-8087-634c06aecf4c" providerId="ADAL" clId="{FFCCA95A-6217-44AF-8279-DB38BFB5EAD6}" dt="2024-07-03T14:00:51.835" v="527" actId="14100"/>
          <ac:cxnSpMkLst>
            <pc:docMk/>
            <pc:sldMk cId="286065243" sldId="256"/>
            <ac:cxnSpMk id="53" creationId="{F560EA38-2F19-ADF4-A428-1ADE64C1B89C}"/>
          </ac:cxnSpMkLst>
        </pc:cxnChg>
        <pc:cxnChg chg="add del mod">
          <ac:chgData name="ROTA HUGO SI" userId="f084d78e-b525-4b91-8087-634c06aecf4c" providerId="ADAL" clId="{FFCCA95A-6217-44AF-8279-DB38BFB5EAD6}" dt="2024-07-03T13:51:55.997" v="307"/>
          <ac:cxnSpMkLst>
            <pc:docMk/>
            <pc:sldMk cId="286065243" sldId="256"/>
            <ac:cxnSpMk id="63" creationId="{93A7B347-80EB-C3E3-1168-3EE2A1E4A0C8}"/>
          </ac:cxnSpMkLst>
        </pc:cxnChg>
        <pc:cxnChg chg="add del mod">
          <ac:chgData name="ROTA HUGO SI" userId="f084d78e-b525-4b91-8087-634c06aecf4c" providerId="ADAL" clId="{FFCCA95A-6217-44AF-8279-DB38BFB5EAD6}" dt="2024-07-03T13:51:55.997" v="307"/>
          <ac:cxnSpMkLst>
            <pc:docMk/>
            <pc:sldMk cId="286065243" sldId="256"/>
            <ac:cxnSpMk id="64" creationId="{6A2C0F77-2367-6A19-F37F-051FE220CFD2}"/>
          </ac:cxnSpMkLst>
        </pc:cxnChg>
        <pc:cxnChg chg="add mod">
          <ac:chgData name="ROTA HUGO SI" userId="f084d78e-b525-4b91-8087-634c06aecf4c" providerId="ADAL" clId="{FFCCA95A-6217-44AF-8279-DB38BFB5EAD6}" dt="2024-07-03T13:59:55.397" v="516" actId="14100"/>
          <ac:cxnSpMkLst>
            <pc:docMk/>
            <pc:sldMk cId="286065243" sldId="256"/>
            <ac:cxnSpMk id="66" creationId="{7A2281C1-7A9E-4230-852B-460E55D4B4E8}"/>
          </ac:cxnSpMkLst>
        </pc:cxnChg>
        <pc:cxnChg chg="add mod">
          <ac:chgData name="ROTA HUGO SI" userId="f084d78e-b525-4b91-8087-634c06aecf4c" providerId="ADAL" clId="{FFCCA95A-6217-44AF-8279-DB38BFB5EAD6}" dt="2024-07-03T14:00:45.747" v="524" actId="14100"/>
          <ac:cxnSpMkLst>
            <pc:docMk/>
            <pc:sldMk cId="286065243" sldId="256"/>
            <ac:cxnSpMk id="67" creationId="{E692012F-C1A5-9F2D-7FB2-A6F87BD01416}"/>
          </ac:cxnSpMkLst>
        </pc:cxnChg>
        <pc:cxnChg chg="add del mod">
          <ac:chgData name="ROTA HUGO SI" userId="f084d78e-b525-4b91-8087-634c06aecf4c" providerId="ADAL" clId="{FFCCA95A-6217-44AF-8279-DB38BFB5EAD6}" dt="2024-07-03T13:53:48.869" v="363"/>
          <ac:cxnSpMkLst>
            <pc:docMk/>
            <pc:sldMk cId="286065243" sldId="256"/>
            <ac:cxnSpMk id="72" creationId="{57959D7E-AED5-304B-EA23-07D8E3D7EBA6}"/>
          </ac:cxnSpMkLst>
        </pc:cxnChg>
        <pc:cxnChg chg="add del mod">
          <ac:chgData name="ROTA HUGO SI" userId="f084d78e-b525-4b91-8087-634c06aecf4c" providerId="ADAL" clId="{FFCCA95A-6217-44AF-8279-DB38BFB5EAD6}" dt="2024-07-03T13:53:48.869" v="363"/>
          <ac:cxnSpMkLst>
            <pc:docMk/>
            <pc:sldMk cId="286065243" sldId="256"/>
            <ac:cxnSpMk id="73" creationId="{E116CCE7-ABD9-54D7-CEE7-2D9C0D13FA0A}"/>
          </ac:cxnSpMkLst>
        </pc:cxnChg>
        <pc:cxnChg chg="add mod">
          <ac:chgData name="ROTA HUGO SI" userId="f084d78e-b525-4b91-8087-634c06aecf4c" providerId="ADAL" clId="{FFCCA95A-6217-44AF-8279-DB38BFB5EAD6}" dt="2024-07-03T13:58:51.194" v="459" actId="1036"/>
          <ac:cxnSpMkLst>
            <pc:docMk/>
            <pc:sldMk cId="286065243" sldId="256"/>
            <ac:cxnSpMk id="75" creationId="{8122097E-A97A-000C-75D5-1C66FD34E1A9}"/>
          </ac:cxnSpMkLst>
        </pc:cxnChg>
        <pc:cxnChg chg="add mod">
          <ac:chgData name="ROTA HUGO SI" userId="f084d78e-b525-4b91-8087-634c06aecf4c" providerId="ADAL" clId="{FFCCA95A-6217-44AF-8279-DB38BFB5EAD6}" dt="2024-07-03T13:58:51.194" v="459" actId="1036"/>
          <ac:cxnSpMkLst>
            <pc:docMk/>
            <pc:sldMk cId="286065243" sldId="256"/>
            <ac:cxnSpMk id="76" creationId="{AA67CBE6-0066-8A15-2326-AB4C8FC47633}"/>
          </ac:cxnSpMkLst>
        </pc:cxnChg>
        <pc:cxnChg chg="add del mod">
          <ac:chgData name="ROTA HUGO SI" userId="f084d78e-b525-4b91-8087-634c06aecf4c" providerId="ADAL" clId="{FFCCA95A-6217-44AF-8279-DB38BFB5EAD6}" dt="2024-07-03T13:57:56.590" v="396"/>
          <ac:cxnSpMkLst>
            <pc:docMk/>
            <pc:sldMk cId="286065243" sldId="256"/>
            <ac:cxnSpMk id="82" creationId="{B25C09A3-7F01-90B6-3106-F08907F66269}"/>
          </ac:cxnSpMkLst>
        </pc:cxnChg>
        <pc:cxnChg chg="add del mod">
          <ac:chgData name="ROTA HUGO SI" userId="f084d78e-b525-4b91-8087-634c06aecf4c" providerId="ADAL" clId="{FFCCA95A-6217-44AF-8279-DB38BFB5EAD6}" dt="2024-07-03T13:57:56.590" v="396"/>
          <ac:cxnSpMkLst>
            <pc:docMk/>
            <pc:sldMk cId="286065243" sldId="256"/>
            <ac:cxnSpMk id="83" creationId="{9A95CFD0-B601-10AC-F1FA-6EB540D7951F}"/>
          </ac:cxnSpMkLst>
        </pc:cxn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e de titr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143000" y="3602038"/>
            <a:ext cx="6858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Tree>
    <p:extLst>
      <p:ext uri="{BB962C8B-B14F-4D97-AF65-F5344CB8AC3E}">
        <p14:creationId xmlns:p14="http://schemas.microsoft.com/office/powerpoint/2010/main" val="2586383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1325563"/>
          </a:xfrm>
          <a:prstGeom prst="rect">
            <a:avLst/>
          </a:prstGeom>
        </p:spPr>
        <p:txBody>
          <a:bodyPr/>
          <a:lstStyle/>
          <a:p>
            <a:r>
              <a:rPr lang="fr-FR"/>
              <a:t>Modifiez le style du titre</a:t>
            </a:r>
            <a:endParaRPr lang="en-US" dirty="0"/>
          </a:p>
        </p:txBody>
      </p:sp>
      <p:sp>
        <p:nvSpPr>
          <p:cNvPr id="3" name="Content Placeholder 2"/>
          <p:cNvSpPr>
            <a:spLocks noGrp="1"/>
          </p:cNvSpPr>
          <p:nvPr>
            <p:ph idx="1"/>
          </p:nvPr>
        </p:nvSpPr>
        <p:spPr>
          <a:xfrm>
            <a:off x="628650" y="1825625"/>
            <a:ext cx="7886700" cy="435133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5" name="Footer Placeholder 4"/>
          <p:cNvSpPr>
            <a:spLocks noGrp="1"/>
          </p:cNvSpPr>
          <p:nvPr>
            <p:ph type="ftr" sz="quarter" idx="11"/>
          </p:nvPr>
        </p:nvSpPr>
        <p:spPr>
          <a:xfrm>
            <a:off x="3028950" y="6356351"/>
            <a:ext cx="3086100" cy="365125"/>
          </a:xfrm>
          <a:prstGeom prst="rect">
            <a:avLst/>
          </a:prstGeom>
        </p:spPr>
        <p:txBody>
          <a:bodyPr/>
          <a:lstStyle/>
          <a:p>
            <a:endParaRPr lang="fr-F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17263916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a:prstGeom prst="rect">
            <a:avLst/>
          </a:prstGeo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623888" y="4589464"/>
            <a:ext cx="7886700" cy="1500187"/>
          </a:xfrm>
          <a:prstGeom prst="rect">
            <a:avLst/>
          </a:prstGeo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5" name="Footer Placeholder 4"/>
          <p:cNvSpPr>
            <a:spLocks noGrp="1"/>
          </p:cNvSpPr>
          <p:nvPr>
            <p:ph type="ftr" sz="quarter" idx="11"/>
          </p:nvPr>
        </p:nvSpPr>
        <p:spPr>
          <a:xfrm>
            <a:off x="3028950" y="6356351"/>
            <a:ext cx="3086100" cy="365125"/>
          </a:xfrm>
          <a:prstGeom prst="rect">
            <a:avLst/>
          </a:prstGeom>
        </p:spPr>
        <p:txBody>
          <a:bodyPr/>
          <a:lstStyle/>
          <a:p>
            <a:endParaRPr lang="fr-F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17910967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1325563"/>
          </a:xfrm>
          <a:prstGeom prst="rect">
            <a:avLst/>
          </a:prstGeom>
        </p:spPr>
        <p:txBody>
          <a:bodyPr/>
          <a:lstStyle/>
          <a:p>
            <a:r>
              <a:rPr lang="fr-FR"/>
              <a:t>Modifiez le style du titre</a:t>
            </a:r>
            <a:endParaRPr lang="en-US" dirty="0"/>
          </a:p>
        </p:txBody>
      </p:sp>
      <p:sp>
        <p:nvSpPr>
          <p:cNvPr id="3" name="Content Placeholder 2"/>
          <p:cNvSpPr>
            <a:spLocks noGrp="1"/>
          </p:cNvSpPr>
          <p:nvPr>
            <p:ph sz="half" idx="1"/>
          </p:nvPr>
        </p:nvSpPr>
        <p:spPr>
          <a:xfrm>
            <a:off x="628650" y="1825625"/>
            <a:ext cx="3886200" cy="435133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4629150" y="1825625"/>
            <a:ext cx="3886200" cy="435133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6" name="Footer Placeholder 5"/>
          <p:cNvSpPr>
            <a:spLocks noGrp="1"/>
          </p:cNvSpPr>
          <p:nvPr>
            <p:ph type="ftr" sz="quarter" idx="11"/>
          </p:nvPr>
        </p:nvSpPr>
        <p:spPr>
          <a:xfrm>
            <a:off x="3028950" y="6356351"/>
            <a:ext cx="3086100" cy="365125"/>
          </a:xfrm>
          <a:prstGeom prst="rect">
            <a:avLst/>
          </a:prstGeom>
        </p:spPr>
        <p:txBody>
          <a:bodyPr/>
          <a:lstStyle/>
          <a:p>
            <a:endParaRPr lang="fr-FR"/>
          </a:p>
        </p:txBody>
      </p:sp>
      <p:sp>
        <p:nvSpPr>
          <p:cNvPr id="7" name="Slide Number Placeholder 6"/>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20643540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a:prstGeom prst="rect">
            <a:avLst/>
          </a:prstGeom>
        </p:spPr>
        <p:txBody>
          <a:bodyPr/>
          <a:lstStyle/>
          <a:p>
            <a:r>
              <a:rPr lang="fr-FR"/>
              <a:t>Modifiez le style du titre</a:t>
            </a:r>
            <a:endParaRPr lang="en-US" dirty="0"/>
          </a:p>
        </p:txBody>
      </p:sp>
      <p:sp>
        <p:nvSpPr>
          <p:cNvPr id="3" name="Text Placeholder 2"/>
          <p:cNvSpPr>
            <a:spLocks noGrp="1"/>
          </p:cNvSpPr>
          <p:nvPr>
            <p:ph type="body" idx="1"/>
          </p:nvPr>
        </p:nvSpPr>
        <p:spPr>
          <a:xfrm>
            <a:off x="629842" y="1681163"/>
            <a:ext cx="3868340"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629842" y="2505075"/>
            <a:ext cx="3868340" cy="368458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4629150" y="1681163"/>
            <a:ext cx="3887391"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4629150" y="2505075"/>
            <a:ext cx="3887391" cy="368458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8" name="Footer Placeholder 7"/>
          <p:cNvSpPr>
            <a:spLocks noGrp="1"/>
          </p:cNvSpPr>
          <p:nvPr>
            <p:ph type="ftr" sz="quarter" idx="11"/>
          </p:nvPr>
        </p:nvSpPr>
        <p:spPr>
          <a:xfrm>
            <a:off x="3028950" y="6356351"/>
            <a:ext cx="3086100" cy="365125"/>
          </a:xfrm>
          <a:prstGeom prst="rect">
            <a:avLst/>
          </a:prstGeom>
        </p:spPr>
        <p:txBody>
          <a:bodyPr/>
          <a:lstStyle/>
          <a:p>
            <a:endParaRPr lang="fr-FR"/>
          </a:p>
        </p:txBody>
      </p:sp>
      <p:sp>
        <p:nvSpPr>
          <p:cNvPr id="9" name="Slide Number Placeholder 8"/>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25775474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1325563"/>
          </a:xfrm>
          <a:prstGeom prst="rect">
            <a:avLst/>
          </a:prstGeom>
        </p:spPr>
        <p:txBody>
          <a:bodyPr/>
          <a:lstStyle/>
          <a:p>
            <a:r>
              <a:rPr lang="fr-FR"/>
              <a:t>Modifiez le style du titre</a:t>
            </a:r>
            <a:endParaRPr lang="en-US" dirty="0"/>
          </a:p>
        </p:txBody>
      </p:sp>
      <p:sp>
        <p:nvSpPr>
          <p:cNvPr id="3" name="Date Placeholder 2"/>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4" name="Footer Placeholder 3"/>
          <p:cNvSpPr>
            <a:spLocks noGrp="1"/>
          </p:cNvSpPr>
          <p:nvPr>
            <p:ph type="ftr" sz="quarter" idx="11"/>
          </p:nvPr>
        </p:nvSpPr>
        <p:spPr>
          <a:xfrm>
            <a:off x="3028950" y="6356351"/>
            <a:ext cx="3086100" cy="365125"/>
          </a:xfrm>
          <a:prstGeom prst="rect">
            <a:avLst/>
          </a:prstGeom>
        </p:spPr>
        <p:txBody>
          <a:bodyPr/>
          <a:lstStyle/>
          <a:p>
            <a:endParaRPr lang="fr-FR"/>
          </a:p>
        </p:txBody>
      </p:sp>
      <p:sp>
        <p:nvSpPr>
          <p:cNvPr id="5" name="Slide Number Placeholder 4"/>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10182740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3" name="Footer Placeholder 2"/>
          <p:cNvSpPr>
            <a:spLocks noGrp="1"/>
          </p:cNvSpPr>
          <p:nvPr>
            <p:ph type="ftr" sz="quarter" idx="11"/>
          </p:nvPr>
        </p:nvSpPr>
        <p:spPr>
          <a:xfrm>
            <a:off x="3028950" y="6356351"/>
            <a:ext cx="3086100" cy="365125"/>
          </a:xfrm>
          <a:prstGeom prst="rect">
            <a:avLst/>
          </a:prstGeom>
        </p:spPr>
        <p:txBody>
          <a:bodyPr/>
          <a:lstStyle/>
          <a:p>
            <a:endParaRPr lang="fr-FR"/>
          </a:p>
        </p:txBody>
      </p:sp>
      <p:sp>
        <p:nvSpPr>
          <p:cNvPr id="4" name="Slide Number Placeholder 3"/>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42728560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a:prstGeom prst="rect">
            <a:avLst/>
          </a:prstGeo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3887391" y="987426"/>
            <a:ext cx="462915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629841" y="2057400"/>
            <a:ext cx="2949178"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6" name="Footer Placeholder 5"/>
          <p:cNvSpPr>
            <a:spLocks noGrp="1"/>
          </p:cNvSpPr>
          <p:nvPr>
            <p:ph type="ftr" sz="quarter" idx="11"/>
          </p:nvPr>
        </p:nvSpPr>
        <p:spPr>
          <a:xfrm>
            <a:off x="3028950" y="6356351"/>
            <a:ext cx="3086100" cy="365125"/>
          </a:xfrm>
          <a:prstGeom prst="rect">
            <a:avLst/>
          </a:prstGeom>
        </p:spPr>
        <p:txBody>
          <a:bodyPr/>
          <a:lstStyle/>
          <a:p>
            <a:endParaRPr lang="fr-FR"/>
          </a:p>
        </p:txBody>
      </p:sp>
      <p:sp>
        <p:nvSpPr>
          <p:cNvPr id="7" name="Slide Number Placeholder 6"/>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5617002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a:prstGeom prst="rect">
            <a:avLst/>
          </a:prstGeo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3887391" y="987426"/>
            <a:ext cx="4629150" cy="4873625"/>
          </a:xfrm>
          <a:prstGeom prst="rect">
            <a:avLst/>
          </a:prstGeo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629841" y="2057400"/>
            <a:ext cx="2949178"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6" name="Footer Placeholder 5"/>
          <p:cNvSpPr>
            <a:spLocks noGrp="1"/>
          </p:cNvSpPr>
          <p:nvPr>
            <p:ph type="ftr" sz="quarter" idx="11"/>
          </p:nvPr>
        </p:nvSpPr>
        <p:spPr>
          <a:xfrm>
            <a:off x="3028950" y="6356351"/>
            <a:ext cx="3086100" cy="365125"/>
          </a:xfrm>
          <a:prstGeom prst="rect">
            <a:avLst/>
          </a:prstGeom>
        </p:spPr>
        <p:txBody>
          <a:bodyPr/>
          <a:lstStyle/>
          <a:p>
            <a:endParaRPr lang="fr-FR"/>
          </a:p>
        </p:txBody>
      </p:sp>
      <p:sp>
        <p:nvSpPr>
          <p:cNvPr id="7" name="Slide Number Placeholder 6"/>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14729208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1325563"/>
          </a:xfrm>
          <a:prstGeom prst="rect">
            <a:avLst/>
          </a:prstGeom>
        </p:spPr>
        <p:txBody>
          <a:bodyPr/>
          <a:lstStyle/>
          <a:p>
            <a:r>
              <a:rPr lang="fr-FR"/>
              <a:t>Modifiez le style du titre</a:t>
            </a:r>
            <a:endParaRPr lang="en-US" dirty="0"/>
          </a:p>
        </p:txBody>
      </p:sp>
      <p:sp>
        <p:nvSpPr>
          <p:cNvPr id="3" name="Vertical Text Placeholder 2"/>
          <p:cNvSpPr>
            <a:spLocks noGrp="1"/>
          </p:cNvSpPr>
          <p:nvPr>
            <p:ph type="body" orient="vert" idx="1"/>
          </p:nvPr>
        </p:nvSpPr>
        <p:spPr>
          <a:xfrm>
            <a:off x="628650" y="1825625"/>
            <a:ext cx="7886700" cy="4351338"/>
          </a:xfrm>
          <a:prstGeom prst="rect">
            <a:avLst/>
          </a:prstGeo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5" name="Footer Placeholder 4"/>
          <p:cNvSpPr>
            <a:spLocks noGrp="1"/>
          </p:cNvSpPr>
          <p:nvPr>
            <p:ph type="ftr" sz="quarter" idx="11"/>
          </p:nvPr>
        </p:nvSpPr>
        <p:spPr>
          <a:xfrm>
            <a:off x="3028950" y="6356351"/>
            <a:ext cx="3086100" cy="365125"/>
          </a:xfrm>
          <a:prstGeom prst="rect">
            <a:avLst/>
          </a:prstGeom>
        </p:spPr>
        <p:txBody>
          <a:bodyPr/>
          <a:lstStyle/>
          <a:p>
            <a:endParaRPr lang="fr-F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2546899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a:prstGeom prst="rect">
            <a:avLst/>
          </a:prstGeo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628650" y="365125"/>
            <a:ext cx="5800725" cy="5811838"/>
          </a:xfrm>
          <a:prstGeom prst="rect">
            <a:avLst/>
          </a:prstGeo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5" name="Footer Placeholder 4"/>
          <p:cNvSpPr>
            <a:spLocks noGrp="1"/>
          </p:cNvSpPr>
          <p:nvPr>
            <p:ph type="ftr" sz="quarter" idx="11"/>
          </p:nvPr>
        </p:nvSpPr>
        <p:spPr>
          <a:xfrm>
            <a:off x="3028950" y="6356351"/>
            <a:ext cx="3086100" cy="365125"/>
          </a:xfrm>
          <a:prstGeom prst="rect">
            <a:avLst/>
          </a:prstGeom>
        </p:spPr>
        <p:txBody>
          <a:bodyPr/>
          <a:lstStyle/>
          <a:p>
            <a:endParaRPr lang="fr-F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21170829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hyperlink" Target="https://creativecommons.org/licenses/by/4.0/" TargetMode="Externa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2">
            <a:extLst>
              <a:ext uri="{FF2B5EF4-FFF2-40B4-BE49-F238E27FC236}">
                <a16:creationId xmlns:a16="http://schemas.microsoft.com/office/drawing/2014/main" id="{FB140520-6CC9-8398-5BBC-338790D77AF9}"/>
              </a:ext>
            </a:extLst>
          </p:cNvPr>
          <p:cNvPicPr>
            <a:picLocks noChangeAspect="1" noChangeArrowheads="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7695719" y="6018062"/>
            <a:ext cx="1397947" cy="466468"/>
          </a:xfrm>
          <a:prstGeom prst="rect">
            <a:avLst/>
          </a:prstGeom>
          <a:noFill/>
          <a:extLst>
            <a:ext uri="{909E8E84-426E-40DD-AFC4-6F175D3DCCD1}">
              <a14:hiddenFill xmlns:a14="http://schemas.microsoft.com/office/drawing/2010/main">
                <a:solidFill>
                  <a:srgbClr val="FFFFFF"/>
                </a:solidFill>
              </a14:hiddenFill>
            </a:ext>
          </a:extLst>
        </p:spPr>
      </p:pic>
      <p:sp>
        <p:nvSpPr>
          <p:cNvPr id="8" name="ZoneTexte 7">
            <a:extLst>
              <a:ext uri="{FF2B5EF4-FFF2-40B4-BE49-F238E27FC236}">
                <a16:creationId xmlns:a16="http://schemas.microsoft.com/office/drawing/2014/main" id="{2426B3D9-9A30-9111-43F7-59BE743F8F41}"/>
              </a:ext>
            </a:extLst>
          </p:cNvPr>
          <p:cNvSpPr txBox="1"/>
          <p:nvPr userDrawn="1"/>
        </p:nvSpPr>
        <p:spPr>
          <a:xfrm>
            <a:off x="50334" y="6503182"/>
            <a:ext cx="9093666" cy="307777"/>
          </a:xfrm>
          <a:prstGeom prst="rect">
            <a:avLst/>
          </a:prstGeom>
          <a:noFill/>
        </p:spPr>
        <p:txBody>
          <a:bodyPr wrap="square" rtlCol="0">
            <a:spAutoFit/>
          </a:bodyPr>
          <a:lstStyle/>
          <a:p>
            <a:pPr algn="ctr"/>
            <a:r>
              <a:rPr lang="fr-FR" sz="700" dirty="0">
                <a:solidFill>
                  <a:schemeClr val="tx1">
                    <a:lumMod val="50000"/>
                    <a:lumOff val="50000"/>
                  </a:schemeClr>
                </a:solidFill>
                <a:latin typeface="Poppins" panose="00000500000000000000" pitchFamily="2" charset="0"/>
                <a:cs typeface="Poppins" panose="00000500000000000000" pitchFamily="2" charset="0"/>
              </a:rPr>
              <a:t>All SMART images are </a:t>
            </a:r>
            <a:r>
              <a:rPr lang="fr-FR" sz="700" dirty="0" err="1">
                <a:solidFill>
                  <a:schemeClr val="tx1">
                    <a:lumMod val="50000"/>
                    <a:lumOff val="50000"/>
                  </a:schemeClr>
                </a:solidFill>
                <a:latin typeface="Poppins" panose="00000500000000000000" pitchFamily="2" charset="0"/>
                <a:cs typeface="Poppins" panose="00000500000000000000" pitchFamily="2" charset="0"/>
              </a:rPr>
              <a:t>licensed</a:t>
            </a:r>
            <a:r>
              <a:rPr lang="fr-FR" sz="700" dirty="0">
                <a:solidFill>
                  <a:schemeClr val="tx1">
                    <a:lumMod val="50000"/>
                    <a:lumOff val="50000"/>
                  </a:schemeClr>
                </a:solidFill>
                <a:latin typeface="Poppins" panose="00000500000000000000" pitchFamily="2" charset="0"/>
                <a:cs typeface="Poppins" panose="00000500000000000000" pitchFamily="2" charset="0"/>
              </a:rPr>
              <a:t> </a:t>
            </a:r>
            <a:r>
              <a:rPr lang="fr-FR" sz="700" dirty="0" err="1">
                <a:solidFill>
                  <a:schemeClr val="tx1">
                    <a:lumMod val="50000"/>
                    <a:lumOff val="50000"/>
                  </a:schemeClr>
                </a:solidFill>
                <a:latin typeface="Poppins" panose="00000500000000000000" pitchFamily="2" charset="0"/>
                <a:cs typeface="Poppins" panose="00000500000000000000" pitchFamily="2" charset="0"/>
              </a:rPr>
              <a:t>under</a:t>
            </a:r>
            <a:r>
              <a:rPr lang="fr-FR" sz="700" dirty="0">
                <a:solidFill>
                  <a:schemeClr val="tx1">
                    <a:lumMod val="50000"/>
                    <a:lumOff val="50000"/>
                  </a:schemeClr>
                </a:solidFill>
                <a:latin typeface="Poppins" panose="00000500000000000000" pitchFamily="2" charset="0"/>
                <a:cs typeface="Poppins" panose="00000500000000000000" pitchFamily="2" charset="0"/>
              </a:rPr>
              <a:t> Creative Commons Attribution 4.0 </a:t>
            </a:r>
          </a:p>
          <a:p>
            <a:pPr algn="ctr"/>
            <a:r>
              <a:rPr lang="fr-FR" sz="700" dirty="0">
                <a:solidFill>
                  <a:schemeClr val="tx1">
                    <a:lumMod val="50000"/>
                    <a:lumOff val="50000"/>
                  </a:schemeClr>
                </a:solidFill>
                <a:latin typeface="Poppins" panose="00000500000000000000" pitchFamily="2" charset="0"/>
                <a:cs typeface="Poppins" panose="00000500000000000000" pitchFamily="2" charset="0"/>
              </a:rPr>
              <a:t>Share, </a:t>
            </a:r>
            <a:r>
              <a:rPr lang="fr-FR" sz="700" dirty="0" err="1">
                <a:solidFill>
                  <a:schemeClr val="tx1">
                    <a:lumMod val="50000"/>
                    <a:lumOff val="50000"/>
                  </a:schemeClr>
                </a:solidFill>
                <a:latin typeface="Poppins" panose="00000500000000000000" pitchFamily="2" charset="0"/>
                <a:cs typeface="Poppins" panose="00000500000000000000" pitchFamily="2" charset="0"/>
              </a:rPr>
              <a:t>adapt</a:t>
            </a:r>
            <a:r>
              <a:rPr lang="fr-FR" sz="700" dirty="0">
                <a:solidFill>
                  <a:schemeClr val="tx1">
                    <a:lumMod val="50000"/>
                    <a:lumOff val="50000"/>
                  </a:schemeClr>
                </a:solidFill>
                <a:latin typeface="Poppins" panose="00000500000000000000" pitchFamily="2" charset="0"/>
                <a:cs typeface="Poppins" panose="00000500000000000000" pitchFamily="2" charset="0"/>
              </a:rPr>
              <a:t>, and </a:t>
            </a:r>
            <a:r>
              <a:rPr lang="fr-FR" sz="700" dirty="0" err="1">
                <a:solidFill>
                  <a:schemeClr val="tx1">
                    <a:lumMod val="50000"/>
                    <a:lumOff val="50000"/>
                  </a:schemeClr>
                </a:solidFill>
                <a:latin typeface="Poppins" panose="00000500000000000000" pitchFamily="2" charset="0"/>
                <a:cs typeface="Poppins" panose="00000500000000000000" pitchFamily="2" charset="0"/>
              </a:rPr>
              <a:t>enhance</a:t>
            </a:r>
            <a:r>
              <a:rPr lang="fr-FR" sz="700" dirty="0">
                <a:solidFill>
                  <a:schemeClr val="tx1">
                    <a:lumMod val="50000"/>
                    <a:lumOff val="50000"/>
                  </a:schemeClr>
                </a:solidFill>
                <a:latin typeface="Poppins" panose="00000500000000000000" pitchFamily="2" charset="0"/>
                <a:cs typeface="Poppins" panose="00000500000000000000" pitchFamily="2" charset="0"/>
              </a:rPr>
              <a:t> </a:t>
            </a:r>
            <a:r>
              <a:rPr lang="fr-FR" sz="700" dirty="0" err="1">
                <a:solidFill>
                  <a:schemeClr val="tx1">
                    <a:lumMod val="50000"/>
                    <a:lumOff val="50000"/>
                  </a:schemeClr>
                </a:solidFill>
                <a:latin typeface="Poppins" panose="00000500000000000000" pitchFamily="2" charset="0"/>
                <a:cs typeface="Poppins" panose="00000500000000000000" pitchFamily="2" charset="0"/>
              </a:rPr>
              <a:t>your</a:t>
            </a:r>
            <a:r>
              <a:rPr lang="fr-FR" sz="700" dirty="0">
                <a:solidFill>
                  <a:schemeClr val="tx1">
                    <a:lumMod val="50000"/>
                    <a:lumOff val="50000"/>
                  </a:schemeClr>
                </a:solidFill>
                <a:latin typeface="Poppins" panose="00000500000000000000" pitchFamily="2" charset="0"/>
                <a:cs typeface="Poppins" panose="00000500000000000000" pitchFamily="2" charset="0"/>
              </a:rPr>
              <a:t> </a:t>
            </a:r>
            <a:r>
              <a:rPr lang="fr-FR" sz="700" dirty="0" err="1">
                <a:solidFill>
                  <a:schemeClr val="tx1">
                    <a:lumMod val="50000"/>
                    <a:lumOff val="50000"/>
                  </a:schemeClr>
                </a:solidFill>
                <a:latin typeface="Poppins" panose="00000500000000000000" pitchFamily="2" charset="0"/>
                <a:cs typeface="Poppins" panose="00000500000000000000" pitchFamily="2" charset="0"/>
              </a:rPr>
              <a:t>presentations</a:t>
            </a:r>
            <a:r>
              <a:rPr lang="fr-FR" sz="700" dirty="0">
                <a:solidFill>
                  <a:schemeClr val="tx1">
                    <a:lumMod val="50000"/>
                    <a:lumOff val="50000"/>
                  </a:schemeClr>
                </a:solidFill>
                <a:latin typeface="Poppins" panose="00000500000000000000" pitchFamily="2" charset="0"/>
                <a:cs typeface="Poppins" panose="00000500000000000000" pitchFamily="2" charset="0"/>
              </a:rPr>
              <a:t> </a:t>
            </a:r>
            <a:r>
              <a:rPr lang="fr-FR" sz="700" dirty="0" err="1">
                <a:solidFill>
                  <a:schemeClr val="tx1">
                    <a:lumMod val="50000"/>
                    <a:lumOff val="50000"/>
                  </a:schemeClr>
                </a:solidFill>
                <a:latin typeface="Poppins" panose="00000500000000000000" pitchFamily="2" charset="0"/>
                <a:cs typeface="Poppins" panose="00000500000000000000" pitchFamily="2" charset="0"/>
              </a:rPr>
              <a:t>with</a:t>
            </a:r>
            <a:r>
              <a:rPr lang="fr-FR" sz="700" dirty="0">
                <a:solidFill>
                  <a:schemeClr val="tx1">
                    <a:lumMod val="50000"/>
                    <a:lumOff val="50000"/>
                  </a:schemeClr>
                </a:solidFill>
                <a:latin typeface="Poppins" panose="00000500000000000000" pitchFamily="2" charset="0"/>
                <a:cs typeface="Poppins" panose="00000500000000000000" pitchFamily="2" charset="0"/>
              </a:rPr>
              <a:t> the power of open collaboration. </a:t>
            </a:r>
            <a:r>
              <a:rPr lang="fr-FR" sz="700" dirty="0">
                <a:solidFill>
                  <a:schemeClr val="tx1">
                    <a:lumMod val="50000"/>
                    <a:lumOff val="50000"/>
                  </a:schemeClr>
                </a:solidFill>
                <a:latin typeface="Poppins" panose="00000500000000000000" pitchFamily="2" charset="0"/>
                <a:cs typeface="Poppins" panose="00000500000000000000" pitchFamily="2" charset="0"/>
                <a:hlinkClick r:id="rId14">
                  <a:extLst>
                    <a:ext uri="{A12FA001-AC4F-418D-AE19-62706E023703}">
                      <ahyp:hlinkClr xmlns:ahyp="http://schemas.microsoft.com/office/drawing/2018/hyperlinkcolor" val="tx"/>
                    </a:ext>
                  </a:extLst>
                </a:hlinkClick>
              </a:rPr>
              <a:t>https://creativecommons.org/licenses/by/4.0/</a:t>
            </a:r>
            <a:endParaRPr lang="fr-FR" sz="700" dirty="0">
              <a:solidFill>
                <a:schemeClr val="tx1">
                  <a:lumMod val="50000"/>
                  <a:lumOff val="50000"/>
                </a:schemeClr>
              </a:solidFill>
              <a:latin typeface="Poppins" panose="00000500000000000000" pitchFamily="2" charset="0"/>
              <a:cs typeface="Poppins" panose="00000500000000000000" pitchFamily="2" charset="0"/>
            </a:endParaRPr>
          </a:p>
        </p:txBody>
      </p:sp>
      <p:sp>
        <p:nvSpPr>
          <p:cNvPr id="9" name="ZoneTexte 8">
            <a:extLst>
              <a:ext uri="{FF2B5EF4-FFF2-40B4-BE49-F238E27FC236}">
                <a16:creationId xmlns:a16="http://schemas.microsoft.com/office/drawing/2014/main" id="{49C18B3B-3B5B-F650-4348-B2A33155E287}"/>
              </a:ext>
            </a:extLst>
          </p:cNvPr>
          <p:cNvSpPr txBox="1"/>
          <p:nvPr userDrawn="1"/>
        </p:nvSpPr>
        <p:spPr>
          <a:xfrm>
            <a:off x="5629013" y="6133850"/>
            <a:ext cx="2204450" cy="369332"/>
          </a:xfrm>
          <a:prstGeom prst="rect">
            <a:avLst/>
          </a:prstGeom>
          <a:noFill/>
        </p:spPr>
        <p:txBody>
          <a:bodyPr wrap="none" rtlCol="0">
            <a:spAutoFit/>
          </a:bodyPr>
          <a:lstStyle/>
          <a:p>
            <a:r>
              <a:rPr lang="fr-FR" i="1" dirty="0" err="1">
                <a:solidFill>
                  <a:srgbClr val="24226A"/>
                </a:solidFill>
                <a:latin typeface="Poppins" panose="00000500000000000000" pitchFamily="2" charset="0"/>
                <a:cs typeface="Poppins" panose="00000500000000000000" pitchFamily="2" charset="0"/>
              </a:rPr>
              <a:t>Educational</a:t>
            </a:r>
            <a:r>
              <a:rPr lang="fr-FR" i="1" dirty="0">
                <a:solidFill>
                  <a:srgbClr val="24226A"/>
                </a:solidFill>
                <a:latin typeface="Poppins" panose="00000500000000000000" pitchFamily="2" charset="0"/>
                <a:cs typeface="Poppins" panose="00000500000000000000" pitchFamily="2" charset="0"/>
              </a:rPr>
              <a:t> Tools</a:t>
            </a:r>
          </a:p>
        </p:txBody>
      </p:sp>
      <p:pic>
        <p:nvPicPr>
          <p:cNvPr id="10" name="Image 9">
            <a:extLst>
              <a:ext uri="{FF2B5EF4-FFF2-40B4-BE49-F238E27FC236}">
                <a16:creationId xmlns:a16="http://schemas.microsoft.com/office/drawing/2014/main" id="{5429A786-9DA0-29B4-DDC0-97337C848C95}"/>
              </a:ext>
            </a:extLst>
          </p:cNvPr>
          <p:cNvPicPr>
            <a:picLocks noChangeAspect="1"/>
          </p:cNvPicPr>
          <p:nvPr userDrawn="1"/>
        </p:nvPicPr>
        <p:blipFill>
          <a:blip r:embed="rId15">
            <a:extLst>
              <a:ext uri="{28A0092B-C50C-407E-A947-70E740481C1C}">
                <a14:useLocalDpi xmlns:a14="http://schemas.microsoft.com/office/drawing/2010/main" val="0"/>
              </a:ext>
            </a:extLst>
          </a:blip>
          <a:srcRect/>
          <a:stretch>
            <a:fillRect/>
          </a:stretch>
        </p:blipFill>
        <p:spPr bwMode="auto">
          <a:xfrm>
            <a:off x="8067195" y="96116"/>
            <a:ext cx="862064" cy="7357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3262315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75B43A1-8959-0F7A-A696-6999D14AF92E}"/>
              </a:ext>
            </a:extLst>
          </p:cNvPr>
          <p:cNvSpPr/>
          <p:nvPr/>
        </p:nvSpPr>
        <p:spPr>
          <a:xfrm>
            <a:off x="16778" y="0"/>
            <a:ext cx="9144000" cy="6858000"/>
          </a:xfrm>
          <a:prstGeom prst="rect">
            <a:avLst/>
          </a:prstGeom>
          <a:noFill/>
          <a:ln w="63500">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ZoneTexte 2">
            <a:extLst>
              <a:ext uri="{FF2B5EF4-FFF2-40B4-BE49-F238E27FC236}">
                <a16:creationId xmlns:a16="http://schemas.microsoft.com/office/drawing/2014/main" id="{21082E92-68E4-7BC2-ED8D-83E1473D11D4}"/>
              </a:ext>
            </a:extLst>
          </p:cNvPr>
          <p:cNvSpPr txBox="1"/>
          <p:nvPr/>
        </p:nvSpPr>
        <p:spPr>
          <a:xfrm>
            <a:off x="0" y="0"/>
            <a:ext cx="9144000" cy="830997"/>
          </a:xfrm>
          <a:prstGeom prst="rect">
            <a:avLst/>
          </a:prstGeom>
          <a:noFill/>
        </p:spPr>
        <p:txBody>
          <a:bodyPr wrap="square" rtlCol="0">
            <a:spAutoFit/>
          </a:bodyPr>
          <a:lstStyle/>
          <a:p>
            <a:pPr algn="ctr"/>
            <a:r>
              <a:rPr lang="hi-IN" sz="4800" b="1" dirty="0">
                <a:solidFill>
                  <a:srgbClr val="9C7DCC"/>
                </a:solidFill>
                <a:latin typeface="Poppins" panose="00000500000000000000" pitchFamily="2" charset="0"/>
                <a:cs typeface="Mangal" panose="00000500000000000000" pitchFamily="2" charset="0"/>
              </a:rPr>
              <a:t>दृष्टि तंत्र</a:t>
            </a:r>
          </a:p>
        </p:txBody>
      </p:sp>
      <p:sp>
        <p:nvSpPr>
          <p:cNvPr id="4" name="ZoneTexte 3">
            <a:extLst>
              <a:ext uri="{FF2B5EF4-FFF2-40B4-BE49-F238E27FC236}">
                <a16:creationId xmlns:a16="http://schemas.microsoft.com/office/drawing/2014/main" id="{11AE43F3-E010-8E11-260C-16631D56D260}"/>
              </a:ext>
            </a:extLst>
          </p:cNvPr>
          <p:cNvSpPr txBox="1"/>
          <p:nvPr/>
        </p:nvSpPr>
        <p:spPr>
          <a:xfrm>
            <a:off x="2105636" y="830997"/>
            <a:ext cx="4940567" cy="830997"/>
          </a:xfrm>
          <a:prstGeom prst="rect">
            <a:avLst/>
          </a:prstGeom>
          <a:noFill/>
        </p:spPr>
        <p:txBody>
          <a:bodyPr wrap="square" rtlCol="0">
            <a:spAutoFit/>
          </a:bodyPr>
          <a:lstStyle/>
          <a:p>
            <a:pPr algn="ctr"/>
            <a:r>
              <a:rPr lang="hi-IN" sz="1150" dirty="0">
                <a:latin typeface="Poppins" panose="00000500000000000000" pitchFamily="2" charset="0"/>
                <a:cs typeface="Mangal" panose="00000500000000000000" pitchFamily="2" charset="0"/>
              </a:rPr>
              <a:t>दृष्टि तंत्र वातावरण से प्रकाश ग्रहण करके उसे विद्युत संकेतों में बदलता है, जिनकी व्याख्या मस्तिष्क छवियाँ बनाने के लिए करता है और इस तरह रंग, आकार, गहराई तथा गति का बोध संभव होता है।</a:t>
            </a:r>
            <a:endParaRPr lang="fr-FR" sz="1200" dirty="0">
              <a:latin typeface="Poppins" panose="00000500000000000000" pitchFamily="2" charset="0"/>
              <a:cs typeface="Poppins" panose="00000500000000000000" pitchFamily="2" charset="0"/>
            </a:endParaRPr>
          </a:p>
        </p:txBody>
      </p:sp>
      <p:pic>
        <p:nvPicPr>
          <p:cNvPr id="5" name="Graphique 4">
            <a:extLst>
              <a:ext uri="{FF2B5EF4-FFF2-40B4-BE49-F238E27FC236}">
                <a16:creationId xmlns:a16="http://schemas.microsoft.com/office/drawing/2014/main" id="{1917E866-12E2-E440-4FAB-D8DDF66AE5FD}"/>
              </a:ext>
            </a:extLst>
          </p:cNvPr>
          <p:cNvPicPr>
            <a:picLocks noChangeAspect="1"/>
          </p:cNvPicPr>
          <p:nvPr/>
        </p:nvPicPr>
        <p:blipFill rotWithShape="1">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l="14843" r="11820"/>
          <a:stretch/>
        </p:blipFill>
        <p:spPr>
          <a:xfrm>
            <a:off x="3004342" y="2190501"/>
            <a:ext cx="3135316" cy="3021085"/>
          </a:xfrm>
          <a:prstGeom prst="rect">
            <a:avLst/>
          </a:prstGeom>
        </p:spPr>
      </p:pic>
      <p:sp>
        <p:nvSpPr>
          <p:cNvPr id="6" name="Nuage 5">
            <a:extLst>
              <a:ext uri="{FF2B5EF4-FFF2-40B4-BE49-F238E27FC236}">
                <a16:creationId xmlns:a16="http://schemas.microsoft.com/office/drawing/2014/main" id="{85FEC2D6-FDF8-C2BE-8C45-E5E370129F54}"/>
              </a:ext>
            </a:extLst>
          </p:cNvPr>
          <p:cNvSpPr/>
          <p:nvPr/>
        </p:nvSpPr>
        <p:spPr>
          <a:xfrm>
            <a:off x="7008460" y="2187918"/>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hi-IN" sz="1050" b="1" dirty="0">
                <a:latin typeface="Poppins" panose="00000500000000000000" pitchFamily="2" charset="0"/>
                <a:cs typeface="Mangal" panose="00000500000000000000" pitchFamily="2" charset="0"/>
              </a:rPr>
              <a:t>कॉर्निया</a:t>
            </a:r>
          </a:p>
        </p:txBody>
      </p:sp>
      <p:cxnSp>
        <p:nvCxnSpPr>
          <p:cNvPr id="8" name="Connecteur droit 7">
            <a:extLst>
              <a:ext uri="{FF2B5EF4-FFF2-40B4-BE49-F238E27FC236}">
                <a16:creationId xmlns:a16="http://schemas.microsoft.com/office/drawing/2014/main" id="{A1A1EFEA-240B-6172-DE4A-F4682E0920B5}"/>
              </a:ext>
            </a:extLst>
          </p:cNvPr>
          <p:cNvCxnSpPr>
            <a:cxnSpLocks/>
            <a:endCxn id="6" idx="2"/>
          </p:cNvCxnSpPr>
          <p:nvPr/>
        </p:nvCxnSpPr>
        <p:spPr>
          <a:xfrm>
            <a:off x="6342077" y="2506698"/>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7" name="Nuage 6">
            <a:extLst>
              <a:ext uri="{FF2B5EF4-FFF2-40B4-BE49-F238E27FC236}">
                <a16:creationId xmlns:a16="http://schemas.microsoft.com/office/drawing/2014/main" id="{91AF73B8-4A93-0DA1-002F-94AA0E77300F}"/>
              </a:ext>
            </a:extLst>
          </p:cNvPr>
          <p:cNvSpPr/>
          <p:nvPr/>
        </p:nvSpPr>
        <p:spPr>
          <a:xfrm>
            <a:off x="7008460" y="2833870"/>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hi-IN" sz="1050" b="1" dirty="0">
                <a:latin typeface="Poppins" panose="00000500000000000000" pitchFamily="2" charset="0"/>
                <a:cs typeface="Mangal" panose="00000500000000000000" pitchFamily="2" charset="0"/>
              </a:rPr>
              <a:t>परितारिका</a:t>
            </a:r>
          </a:p>
        </p:txBody>
      </p:sp>
      <p:cxnSp>
        <p:nvCxnSpPr>
          <p:cNvPr id="9" name="Connecteur droit 8">
            <a:extLst>
              <a:ext uri="{FF2B5EF4-FFF2-40B4-BE49-F238E27FC236}">
                <a16:creationId xmlns:a16="http://schemas.microsoft.com/office/drawing/2014/main" id="{2672CEA5-B97D-55B6-E8DF-D13BC18FD03E}"/>
              </a:ext>
            </a:extLst>
          </p:cNvPr>
          <p:cNvCxnSpPr>
            <a:cxnSpLocks/>
          </p:cNvCxnSpPr>
          <p:nvPr/>
        </p:nvCxnSpPr>
        <p:spPr>
          <a:xfrm>
            <a:off x="5608418" y="3349793"/>
            <a:ext cx="1467318" cy="0"/>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17" name="Connecteur droit 16">
            <a:extLst>
              <a:ext uri="{FF2B5EF4-FFF2-40B4-BE49-F238E27FC236}">
                <a16:creationId xmlns:a16="http://schemas.microsoft.com/office/drawing/2014/main" id="{F6EA4945-2695-2AAE-1C90-92E85C66CBC2}"/>
              </a:ext>
            </a:extLst>
          </p:cNvPr>
          <p:cNvCxnSpPr>
            <a:cxnSpLocks/>
          </p:cNvCxnSpPr>
          <p:nvPr/>
        </p:nvCxnSpPr>
        <p:spPr>
          <a:xfrm flipV="1">
            <a:off x="5728925" y="2500892"/>
            <a:ext cx="615143" cy="747908"/>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19" name="Nuage 18">
            <a:extLst>
              <a:ext uri="{FF2B5EF4-FFF2-40B4-BE49-F238E27FC236}">
                <a16:creationId xmlns:a16="http://schemas.microsoft.com/office/drawing/2014/main" id="{3D118DAE-6734-3B59-B89F-5DF0FA1E7576}"/>
              </a:ext>
            </a:extLst>
          </p:cNvPr>
          <p:cNvSpPr/>
          <p:nvPr/>
        </p:nvSpPr>
        <p:spPr>
          <a:xfrm>
            <a:off x="7008460" y="3495308"/>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hi-IN" sz="1050" b="1" dirty="0">
                <a:latin typeface="Poppins" panose="00000500000000000000" pitchFamily="2" charset="0"/>
                <a:cs typeface="Mangal" panose="00000500000000000000" pitchFamily="2" charset="0"/>
              </a:rPr>
              <a:t>पुतली</a:t>
            </a:r>
          </a:p>
        </p:txBody>
      </p:sp>
      <p:cxnSp>
        <p:nvCxnSpPr>
          <p:cNvPr id="24" name="Connecteur droit 23">
            <a:extLst>
              <a:ext uri="{FF2B5EF4-FFF2-40B4-BE49-F238E27FC236}">
                <a16:creationId xmlns:a16="http://schemas.microsoft.com/office/drawing/2014/main" id="{3E4E2DEE-EFD6-896E-3B20-2F20FDE0039A}"/>
              </a:ext>
            </a:extLst>
          </p:cNvPr>
          <p:cNvCxnSpPr>
            <a:cxnSpLocks/>
          </p:cNvCxnSpPr>
          <p:nvPr/>
        </p:nvCxnSpPr>
        <p:spPr>
          <a:xfrm>
            <a:off x="5608418" y="3746971"/>
            <a:ext cx="1467318" cy="0"/>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25" name="Nuage 24">
            <a:extLst>
              <a:ext uri="{FF2B5EF4-FFF2-40B4-BE49-F238E27FC236}">
                <a16:creationId xmlns:a16="http://schemas.microsoft.com/office/drawing/2014/main" id="{321EA73F-7031-2030-2605-3394F01D3A99}"/>
              </a:ext>
            </a:extLst>
          </p:cNvPr>
          <p:cNvSpPr/>
          <p:nvPr/>
        </p:nvSpPr>
        <p:spPr>
          <a:xfrm>
            <a:off x="6996468" y="4196681"/>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hi-IN" sz="1050" b="1" dirty="0">
                <a:latin typeface="Poppins" panose="00000500000000000000" pitchFamily="2" charset="0"/>
                <a:cs typeface="Mangal" panose="00000500000000000000" pitchFamily="2" charset="0"/>
              </a:rPr>
              <a:t>लेंस</a:t>
            </a:r>
          </a:p>
        </p:txBody>
      </p:sp>
      <p:cxnSp>
        <p:nvCxnSpPr>
          <p:cNvPr id="26" name="Connecteur droit 25">
            <a:extLst>
              <a:ext uri="{FF2B5EF4-FFF2-40B4-BE49-F238E27FC236}">
                <a16:creationId xmlns:a16="http://schemas.microsoft.com/office/drawing/2014/main" id="{2FB02829-5835-F231-38CE-F5933F3A3537}"/>
              </a:ext>
            </a:extLst>
          </p:cNvPr>
          <p:cNvCxnSpPr>
            <a:cxnSpLocks/>
            <a:endCxn id="25" idx="2"/>
          </p:cNvCxnSpPr>
          <p:nvPr/>
        </p:nvCxnSpPr>
        <p:spPr>
          <a:xfrm>
            <a:off x="6330085" y="4515461"/>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27" name="Connecteur droit 26">
            <a:extLst>
              <a:ext uri="{FF2B5EF4-FFF2-40B4-BE49-F238E27FC236}">
                <a16:creationId xmlns:a16="http://schemas.microsoft.com/office/drawing/2014/main" id="{74C97B34-0996-C89D-A98E-067B87A8F70C}"/>
              </a:ext>
            </a:extLst>
          </p:cNvPr>
          <p:cNvCxnSpPr>
            <a:cxnSpLocks/>
          </p:cNvCxnSpPr>
          <p:nvPr/>
        </p:nvCxnSpPr>
        <p:spPr>
          <a:xfrm>
            <a:off x="5444455" y="3965896"/>
            <a:ext cx="896010" cy="552148"/>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29" name="Nuage 28">
            <a:extLst>
              <a:ext uri="{FF2B5EF4-FFF2-40B4-BE49-F238E27FC236}">
                <a16:creationId xmlns:a16="http://schemas.microsoft.com/office/drawing/2014/main" id="{F6DC3864-2992-60C7-7F47-C3B85EAF1C7F}"/>
              </a:ext>
            </a:extLst>
          </p:cNvPr>
          <p:cNvSpPr/>
          <p:nvPr/>
        </p:nvSpPr>
        <p:spPr>
          <a:xfrm>
            <a:off x="1144505" y="4349081"/>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hi-IN" sz="1050" b="1" dirty="0">
                <a:latin typeface="Poppins" panose="00000500000000000000" pitchFamily="2" charset="0"/>
                <a:cs typeface="Mangal" panose="00000500000000000000" pitchFamily="2" charset="0"/>
              </a:rPr>
              <a:t>श्वेतपटल</a:t>
            </a:r>
          </a:p>
        </p:txBody>
      </p:sp>
      <p:cxnSp>
        <p:nvCxnSpPr>
          <p:cNvPr id="30" name="Connecteur droit 29">
            <a:extLst>
              <a:ext uri="{FF2B5EF4-FFF2-40B4-BE49-F238E27FC236}">
                <a16:creationId xmlns:a16="http://schemas.microsoft.com/office/drawing/2014/main" id="{6B18A793-4FCA-ECA6-92C4-83AEB0422DB7}"/>
              </a:ext>
            </a:extLst>
          </p:cNvPr>
          <p:cNvCxnSpPr>
            <a:cxnSpLocks/>
          </p:cNvCxnSpPr>
          <p:nvPr/>
        </p:nvCxnSpPr>
        <p:spPr>
          <a:xfrm>
            <a:off x="2417690" y="4672057"/>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31" name="Connecteur droit 30">
            <a:extLst>
              <a:ext uri="{FF2B5EF4-FFF2-40B4-BE49-F238E27FC236}">
                <a16:creationId xmlns:a16="http://schemas.microsoft.com/office/drawing/2014/main" id="{B009563E-C94E-1F22-8D3A-530066037C4A}"/>
              </a:ext>
            </a:extLst>
          </p:cNvPr>
          <p:cNvCxnSpPr>
            <a:cxnSpLocks/>
          </p:cNvCxnSpPr>
          <p:nvPr/>
        </p:nvCxnSpPr>
        <p:spPr>
          <a:xfrm flipV="1">
            <a:off x="3082034" y="4357470"/>
            <a:ext cx="739415" cy="32297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34" name="Nuage 33">
            <a:extLst>
              <a:ext uri="{FF2B5EF4-FFF2-40B4-BE49-F238E27FC236}">
                <a16:creationId xmlns:a16="http://schemas.microsoft.com/office/drawing/2014/main" id="{27671222-3755-53D1-95B4-7D6536757A3C}"/>
              </a:ext>
            </a:extLst>
          </p:cNvPr>
          <p:cNvSpPr/>
          <p:nvPr/>
        </p:nvSpPr>
        <p:spPr>
          <a:xfrm>
            <a:off x="1140524" y="5030745"/>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hi-IN" sz="1050" b="1" dirty="0">
                <a:latin typeface="Poppins" panose="00000500000000000000" pitchFamily="2" charset="0"/>
                <a:cs typeface="Mangal" panose="00000500000000000000" pitchFamily="2" charset="0"/>
              </a:rPr>
              <a:t>रंजितपटल</a:t>
            </a:r>
          </a:p>
        </p:txBody>
      </p:sp>
      <p:cxnSp>
        <p:nvCxnSpPr>
          <p:cNvPr id="35" name="Connecteur droit 34">
            <a:extLst>
              <a:ext uri="{FF2B5EF4-FFF2-40B4-BE49-F238E27FC236}">
                <a16:creationId xmlns:a16="http://schemas.microsoft.com/office/drawing/2014/main" id="{550AB126-E6A9-3AD7-6D43-27A598AA7F83}"/>
              </a:ext>
            </a:extLst>
          </p:cNvPr>
          <p:cNvCxnSpPr>
            <a:cxnSpLocks/>
          </p:cNvCxnSpPr>
          <p:nvPr/>
        </p:nvCxnSpPr>
        <p:spPr>
          <a:xfrm>
            <a:off x="2420059" y="5353721"/>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36" name="Connecteur droit 35">
            <a:extLst>
              <a:ext uri="{FF2B5EF4-FFF2-40B4-BE49-F238E27FC236}">
                <a16:creationId xmlns:a16="http://schemas.microsoft.com/office/drawing/2014/main" id="{58EE6D29-D922-97A0-A30D-B2E3EF149D4D}"/>
              </a:ext>
            </a:extLst>
          </p:cNvPr>
          <p:cNvCxnSpPr>
            <a:cxnSpLocks/>
          </p:cNvCxnSpPr>
          <p:nvPr/>
        </p:nvCxnSpPr>
        <p:spPr>
          <a:xfrm flipV="1">
            <a:off x="3080043" y="4306757"/>
            <a:ext cx="992676" cy="1046964"/>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39" name="Nuage 38">
            <a:extLst>
              <a:ext uri="{FF2B5EF4-FFF2-40B4-BE49-F238E27FC236}">
                <a16:creationId xmlns:a16="http://schemas.microsoft.com/office/drawing/2014/main" id="{1328C96F-2A4C-E63E-597D-A0CE43B0BFBB}"/>
              </a:ext>
            </a:extLst>
          </p:cNvPr>
          <p:cNvSpPr/>
          <p:nvPr/>
        </p:nvSpPr>
        <p:spPr>
          <a:xfrm>
            <a:off x="1107888" y="5733658"/>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hi-IN" sz="1050" b="1" dirty="0">
                <a:latin typeface="Poppins" panose="00000500000000000000" pitchFamily="2" charset="0"/>
                <a:cs typeface="Mangal" panose="00000500000000000000" pitchFamily="2" charset="0"/>
              </a:rPr>
              <a:t>रेटिना</a:t>
            </a:r>
          </a:p>
        </p:txBody>
      </p:sp>
      <p:cxnSp>
        <p:nvCxnSpPr>
          <p:cNvPr id="40" name="Connecteur droit 39">
            <a:extLst>
              <a:ext uri="{FF2B5EF4-FFF2-40B4-BE49-F238E27FC236}">
                <a16:creationId xmlns:a16="http://schemas.microsoft.com/office/drawing/2014/main" id="{39269874-1E0D-633F-7761-82EA1547D431}"/>
              </a:ext>
            </a:extLst>
          </p:cNvPr>
          <p:cNvCxnSpPr>
            <a:cxnSpLocks/>
          </p:cNvCxnSpPr>
          <p:nvPr/>
        </p:nvCxnSpPr>
        <p:spPr>
          <a:xfrm>
            <a:off x="2387423" y="6056634"/>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41" name="Connecteur droit 40">
            <a:extLst>
              <a:ext uri="{FF2B5EF4-FFF2-40B4-BE49-F238E27FC236}">
                <a16:creationId xmlns:a16="http://schemas.microsoft.com/office/drawing/2014/main" id="{6D685361-E585-BEF2-66AC-A5D06F1C5F45}"/>
              </a:ext>
            </a:extLst>
          </p:cNvPr>
          <p:cNvCxnSpPr>
            <a:cxnSpLocks/>
          </p:cNvCxnSpPr>
          <p:nvPr/>
        </p:nvCxnSpPr>
        <p:spPr>
          <a:xfrm flipV="1">
            <a:off x="3064368" y="4118059"/>
            <a:ext cx="1437782" cy="1938575"/>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44" name="Nuage 43">
            <a:extLst>
              <a:ext uri="{FF2B5EF4-FFF2-40B4-BE49-F238E27FC236}">
                <a16:creationId xmlns:a16="http://schemas.microsoft.com/office/drawing/2014/main" id="{DC21E8FB-38D6-02F9-DD1F-BA846A0AB5B8}"/>
              </a:ext>
            </a:extLst>
          </p:cNvPr>
          <p:cNvSpPr/>
          <p:nvPr/>
        </p:nvSpPr>
        <p:spPr>
          <a:xfrm>
            <a:off x="1093385" y="3615474"/>
            <a:ext cx="1342779" cy="700859"/>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hi-IN" sz="1050" b="1" dirty="0">
                <a:latin typeface="Poppins" panose="00000500000000000000" pitchFamily="2" charset="0"/>
                <a:cs typeface="Mangal" panose="00000500000000000000" pitchFamily="2" charset="0"/>
              </a:rPr>
              <a:t>रेटिना की रक्त वाहिकाएँ</a:t>
            </a:r>
          </a:p>
        </p:txBody>
      </p:sp>
      <p:cxnSp>
        <p:nvCxnSpPr>
          <p:cNvPr id="45" name="Connecteur droit 44">
            <a:extLst>
              <a:ext uri="{FF2B5EF4-FFF2-40B4-BE49-F238E27FC236}">
                <a16:creationId xmlns:a16="http://schemas.microsoft.com/office/drawing/2014/main" id="{45821FEA-56F2-6C82-E662-CBF059FD4F01}"/>
              </a:ext>
            </a:extLst>
          </p:cNvPr>
          <p:cNvCxnSpPr>
            <a:cxnSpLocks/>
          </p:cNvCxnSpPr>
          <p:nvPr/>
        </p:nvCxnSpPr>
        <p:spPr>
          <a:xfrm>
            <a:off x="2398627" y="3993357"/>
            <a:ext cx="906339" cy="0"/>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47" name="Nuage 46">
            <a:extLst>
              <a:ext uri="{FF2B5EF4-FFF2-40B4-BE49-F238E27FC236}">
                <a16:creationId xmlns:a16="http://schemas.microsoft.com/office/drawing/2014/main" id="{E59D6E7C-4073-4CBF-A90D-18CDAC7ED715}"/>
              </a:ext>
            </a:extLst>
          </p:cNvPr>
          <p:cNvSpPr/>
          <p:nvPr/>
        </p:nvSpPr>
        <p:spPr>
          <a:xfrm>
            <a:off x="1140524" y="2936774"/>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hi-IN" sz="1050" b="1" dirty="0">
                <a:latin typeface="Poppins" panose="00000500000000000000" pitchFamily="2" charset="0"/>
                <a:cs typeface="Mangal" panose="00000500000000000000" pitchFamily="2" charset="0"/>
              </a:rPr>
              <a:t>दृष्टि तंत्रिका</a:t>
            </a:r>
          </a:p>
        </p:txBody>
      </p:sp>
      <p:cxnSp>
        <p:nvCxnSpPr>
          <p:cNvPr id="48" name="Connecteur droit 47">
            <a:extLst>
              <a:ext uri="{FF2B5EF4-FFF2-40B4-BE49-F238E27FC236}">
                <a16:creationId xmlns:a16="http://schemas.microsoft.com/office/drawing/2014/main" id="{8AD53327-6FC7-58EC-E93F-0B1D0B0FCD19}"/>
              </a:ext>
            </a:extLst>
          </p:cNvPr>
          <p:cNvCxnSpPr>
            <a:cxnSpLocks/>
          </p:cNvCxnSpPr>
          <p:nvPr/>
        </p:nvCxnSpPr>
        <p:spPr>
          <a:xfrm>
            <a:off x="2420059" y="3259750"/>
            <a:ext cx="617662" cy="1107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49" name="Connecteur droit 48">
            <a:extLst>
              <a:ext uri="{FF2B5EF4-FFF2-40B4-BE49-F238E27FC236}">
                <a16:creationId xmlns:a16="http://schemas.microsoft.com/office/drawing/2014/main" id="{621BCD58-04C4-76AE-C132-EEE3F95EB95D}"/>
              </a:ext>
            </a:extLst>
          </p:cNvPr>
          <p:cNvCxnSpPr>
            <a:cxnSpLocks/>
          </p:cNvCxnSpPr>
          <p:nvPr/>
        </p:nvCxnSpPr>
        <p:spPr>
          <a:xfrm>
            <a:off x="3021418" y="3269719"/>
            <a:ext cx="635610" cy="603132"/>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51" name="Nuage 50">
            <a:extLst>
              <a:ext uri="{FF2B5EF4-FFF2-40B4-BE49-F238E27FC236}">
                <a16:creationId xmlns:a16="http://schemas.microsoft.com/office/drawing/2014/main" id="{FB233FAD-14A5-683B-5B24-B1353E2F2F91}"/>
              </a:ext>
            </a:extLst>
          </p:cNvPr>
          <p:cNvSpPr/>
          <p:nvPr/>
        </p:nvSpPr>
        <p:spPr>
          <a:xfrm>
            <a:off x="1107888" y="2234391"/>
            <a:ext cx="1329849" cy="649089"/>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hi-IN" sz="1050" b="1" dirty="0">
                <a:latin typeface="Poppins" panose="00000500000000000000" pitchFamily="2" charset="0"/>
                <a:cs typeface="Mangal" panose="00000500000000000000" pitchFamily="2" charset="0"/>
              </a:rPr>
              <a:t>मैक्युला</a:t>
            </a:r>
          </a:p>
        </p:txBody>
      </p:sp>
      <p:cxnSp>
        <p:nvCxnSpPr>
          <p:cNvPr id="52" name="Connecteur droit 51">
            <a:extLst>
              <a:ext uri="{FF2B5EF4-FFF2-40B4-BE49-F238E27FC236}">
                <a16:creationId xmlns:a16="http://schemas.microsoft.com/office/drawing/2014/main" id="{03CC4954-05FD-B12C-95EC-67EE7E3D93EE}"/>
              </a:ext>
            </a:extLst>
          </p:cNvPr>
          <p:cNvCxnSpPr>
            <a:cxnSpLocks/>
          </p:cNvCxnSpPr>
          <p:nvPr/>
        </p:nvCxnSpPr>
        <p:spPr>
          <a:xfrm>
            <a:off x="2344856" y="2560504"/>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53" name="Connecteur droit 52">
            <a:extLst>
              <a:ext uri="{FF2B5EF4-FFF2-40B4-BE49-F238E27FC236}">
                <a16:creationId xmlns:a16="http://schemas.microsoft.com/office/drawing/2014/main" id="{F560EA38-2F19-ADF4-A428-1ADE64C1B89C}"/>
              </a:ext>
            </a:extLst>
          </p:cNvPr>
          <p:cNvCxnSpPr>
            <a:cxnSpLocks/>
          </p:cNvCxnSpPr>
          <p:nvPr/>
        </p:nvCxnSpPr>
        <p:spPr>
          <a:xfrm>
            <a:off x="3019098" y="2558935"/>
            <a:ext cx="695941" cy="1112678"/>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65" name="Nuage 64">
            <a:extLst>
              <a:ext uri="{FF2B5EF4-FFF2-40B4-BE49-F238E27FC236}">
                <a16:creationId xmlns:a16="http://schemas.microsoft.com/office/drawing/2014/main" id="{C82A0E73-2006-02F5-26A9-181A666DAA19}"/>
              </a:ext>
            </a:extLst>
          </p:cNvPr>
          <p:cNvSpPr/>
          <p:nvPr/>
        </p:nvSpPr>
        <p:spPr>
          <a:xfrm>
            <a:off x="1029372" y="1536626"/>
            <a:ext cx="1362032"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hi-IN" sz="1050" b="1" dirty="0">
                <a:latin typeface="Poppins" panose="00000500000000000000" pitchFamily="2" charset="0"/>
                <a:cs typeface="Mangal" panose="00000500000000000000" pitchFamily="2" charset="0"/>
              </a:rPr>
              <a:t>काचाभ द्रव</a:t>
            </a:r>
          </a:p>
        </p:txBody>
      </p:sp>
      <p:cxnSp>
        <p:nvCxnSpPr>
          <p:cNvPr id="66" name="Connecteur droit 65">
            <a:extLst>
              <a:ext uri="{FF2B5EF4-FFF2-40B4-BE49-F238E27FC236}">
                <a16:creationId xmlns:a16="http://schemas.microsoft.com/office/drawing/2014/main" id="{7A2281C1-7A9E-4230-852B-460E55D4B4E8}"/>
              </a:ext>
            </a:extLst>
          </p:cNvPr>
          <p:cNvCxnSpPr>
            <a:cxnSpLocks/>
          </p:cNvCxnSpPr>
          <p:nvPr/>
        </p:nvCxnSpPr>
        <p:spPr>
          <a:xfrm>
            <a:off x="2387423" y="1859602"/>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67" name="Connecteur droit 66">
            <a:extLst>
              <a:ext uri="{FF2B5EF4-FFF2-40B4-BE49-F238E27FC236}">
                <a16:creationId xmlns:a16="http://schemas.microsoft.com/office/drawing/2014/main" id="{E692012F-C1A5-9F2D-7FB2-A6F87BD01416}"/>
              </a:ext>
            </a:extLst>
          </p:cNvPr>
          <p:cNvCxnSpPr>
            <a:cxnSpLocks/>
          </p:cNvCxnSpPr>
          <p:nvPr/>
        </p:nvCxnSpPr>
        <p:spPr>
          <a:xfrm>
            <a:off x="3064368" y="1863798"/>
            <a:ext cx="1104154" cy="115960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74" name="Nuage 73">
            <a:extLst>
              <a:ext uri="{FF2B5EF4-FFF2-40B4-BE49-F238E27FC236}">
                <a16:creationId xmlns:a16="http://schemas.microsoft.com/office/drawing/2014/main" id="{05E94107-783D-765F-03A6-6CCC760F9566}"/>
              </a:ext>
            </a:extLst>
          </p:cNvPr>
          <p:cNvSpPr/>
          <p:nvPr/>
        </p:nvSpPr>
        <p:spPr>
          <a:xfrm>
            <a:off x="7034727" y="1510858"/>
            <a:ext cx="1652940"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hi-IN" sz="1050" b="1" dirty="0">
                <a:latin typeface="Poppins" panose="00000500000000000000" pitchFamily="2" charset="0"/>
                <a:cs typeface="Mangal" panose="00000500000000000000" pitchFamily="2" charset="0"/>
              </a:rPr>
              <a:t>श्लेम की नलिका</a:t>
            </a:r>
          </a:p>
        </p:txBody>
      </p:sp>
      <p:cxnSp>
        <p:nvCxnSpPr>
          <p:cNvPr id="75" name="Connecteur droit 74">
            <a:extLst>
              <a:ext uri="{FF2B5EF4-FFF2-40B4-BE49-F238E27FC236}">
                <a16:creationId xmlns:a16="http://schemas.microsoft.com/office/drawing/2014/main" id="{8122097E-A97A-000C-75D5-1C66FD34E1A9}"/>
              </a:ext>
            </a:extLst>
          </p:cNvPr>
          <p:cNvCxnSpPr>
            <a:cxnSpLocks/>
          </p:cNvCxnSpPr>
          <p:nvPr/>
        </p:nvCxnSpPr>
        <p:spPr>
          <a:xfrm>
            <a:off x="6374694" y="1829638"/>
            <a:ext cx="671510"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76" name="Connecteur droit 75">
            <a:extLst>
              <a:ext uri="{FF2B5EF4-FFF2-40B4-BE49-F238E27FC236}">
                <a16:creationId xmlns:a16="http://schemas.microsoft.com/office/drawing/2014/main" id="{AA67CBE6-0066-8A15-2326-AB4C8FC47633}"/>
              </a:ext>
            </a:extLst>
          </p:cNvPr>
          <p:cNvCxnSpPr>
            <a:cxnSpLocks/>
          </p:cNvCxnSpPr>
          <p:nvPr/>
        </p:nvCxnSpPr>
        <p:spPr>
          <a:xfrm flipV="1">
            <a:off x="5543550" y="1825871"/>
            <a:ext cx="828824" cy="1285722"/>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286065243"/>
      </p:ext>
    </p:extLst>
  </p:cSld>
  <p:clrMapOvr>
    <a:masterClrMapping/>
  </p:clrMapOvr>
</p:sld>
</file>

<file path=ppt/theme/theme1.xml><?xml version="1.0" encoding="utf-8"?>
<a:theme xmlns:a="http://schemas.openxmlformats.org/drawingml/2006/main" name="Thème Office">
  <a:themeElements>
    <a:clrScheme name="Thèm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hèm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57</TotalTime>
  <Words>59</Words>
  <Application>Microsoft Office PowerPoint</Application>
  <PresentationFormat>Affichage à l'écran (4:3)</PresentationFormat>
  <Paragraphs>14</Paragraphs>
  <Slides>1</Slides>
  <Notes>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vt:i4>
      </vt:variant>
    </vt:vector>
  </HeadingPairs>
  <TitlesOfParts>
    <vt:vector size="6" baseType="lpstr">
      <vt:lpstr>Arial</vt:lpstr>
      <vt:lpstr>Calibri</vt:lpstr>
      <vt:lpstr>Calibri Light</vt:lpstr>
      <vt:lpstr>Poppins</vt:lpstr>
      <vt:lpstr>Thème Office</vt:lpstr>
      <vt:lpstr>Présentation PowerPoint</vt:lpstr>
    </vt:vector>
  </TitlesOfParts>
  <Company>SERVIER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ROTA HUGO SI</dc:creator>
  <cp:lastModifiedBy>ROTA HUGO SI</cp:lastModifiedBy>
  <cp:revision>2</cp:revision>
  <dcterms:created xsi:type="dcterms:W3CDTF">2024-05-16T14:55:27Z</dcterms:created>
  <dcterms:modified xsi:type="dcterms:W3CDTF">2024-07-03T14:03:37Z</dcterms:modified>
</cp:coreProperties>
</file>