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Servier Medical Art illustration adapted (CC BY 4.0). https://creativecommons.org/licenses/by/4.0/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76200"/>
            <a:ext cx="9144000" cy="75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rgbClr val="9C7D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GÖRME SİSTEMİ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Görme sistemi, çevreden gelen ışığı algılayıp elektrik sinyallerine dönüştürür; beyin bu sinyalleri görüntü oluşturacak şekilde yorumlayarak renk, şekil, derinlik ve hareketin algılanmasını sağlar.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6817960" y="218791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KORNEA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6817960" y="2833870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İRİS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6817960" y="349530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GÖZ BEBEĞİ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805968" y="41966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GÖZ MERCEĞİ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954005" y="43490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SKLERA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950024" y="5030745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KOROİD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917388" y="573365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RETİNA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902885" y="3615474"/>
            <a:ext cx="1723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atin typeface="Poppins" panose="00000500000000000000" pitchFamily="2" charset="0"/>
                <a:cs typeface="Poppins" panose="00000500000000000000" pitchFamily="2" charset="0"/>
              </a:rPr>
              <a:t>RETİNA KAN DAMARLARI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950024" y="2936774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OPTİK SİNİR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917388" y="2234391"/>
            <a:ext cx="1710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MAKULA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838872" y="1536626"/>
            <a:ext cx="1743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CAMSI CİSİM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6844227" y="1510858"/>
            <a:ext cx="2033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>
                <a:latin typeface="Poppins" panose="00000500000000000000" pitchFamily="2" charset="0"/>
                <a:cs typeface="Poppins" panose="00000500000000000000" pitchFamily="2" charset="0"/>
              </a:rPr>
              <a:t>SCHLEMM KANALI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