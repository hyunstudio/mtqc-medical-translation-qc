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FB140520-6CC9-8398-5BBC-338790D77A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719" y="6018062"/>
            <a:ext cx="1397947" cy="46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All SMART images are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licensed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under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Creative Commons Attribution 4.0 </a:t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Share,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adapt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enhance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presentations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with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power of open collaboration. 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https://creativecommons.org/licenses/by/4.0/</a:t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9C18B3B-3B5B-F650-4348-B2A33155E287}"/>
              </a:ext>
            </a:extLst>
          </p:cNvPr>
          <p:cNvSpPr txBox="1"/>
          <p:nvPr userDrawn="1"/>
        </p:nvSpPr>
        <p:spPr>
          <a:xfrm>
            <a:off x="5629013" y="6133850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err="1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Educational</a:t>
            </a:r>
            <a:r>
              <a:rPr lang="fr-FR" i="1" dirty="0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Tools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429A786-9DA0-29B4-DDC0-97337C848C9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95" y="96116"/>
            <a:ext cx="862064" cy="735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800" b="1" dirty="0">
                <a:solidFill>
                  <a:srgbClr val="9C7DCC"/>
                </a:solidFill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视觉系统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1200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视觉系统接收环境中的光线并将其转化为电信号，随后由大脑解读形成图像，使人能够感知颜色、形状、深度和运动。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7008460" y="218791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角膜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7008460" y="2833870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虹膜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7008460" y="349530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瞳孔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996468" y="41966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晶状体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1144505" y="43490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巩膜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1140524" y="5030745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脉络膜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1107888" y="573365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视网膜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1093385" y="3615474"/>
            <a:ext cx="1342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视网膜血管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1140524" y="2936774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视神经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1107888" y="2234391"/>
            <a:ext cx="1329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黄斑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1029372" y="1536626"/>
            <a:ext cx="1362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玻璃体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7034727" y="1510858"/>
            <a:ext cx="1652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050" b="1" dirty="0">
                <a:latin typeface="Poppins" panose="00000500000000000000" pitchFamily="2" charset="0"/>
                <a:ea typeface="Microsoft YaHei"/>
                <a:cs typeface="Poppins" panose="00000500000000000000" pitchFamily="2" charset="0"/>
              </a:rPr>
              <a:t>巩膜静脉窦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