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Servier Medical Art illustration adapted (CC BY 4.0). https://creativecommons.org/licenses/by/4.0/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76200"/>
            <a:ext cx="9144000" cy="75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solidFill>
                  <a:srgbClr val="9C7DCC"/>
                </a:solidFill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视觉系统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100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视觉系统接收环境中的光线并将其转化为电信号，随后由大脑解读形成图像，使人能够感知颜色、形状、深度和运动。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6817960" y="218791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角膜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6817960" y="2833870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虹膜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6817960" y="349530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瞳孔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805968" y="41966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晶状体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954005" y="43490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巩膜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950024" y="5030745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脉络膜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917388" y="573365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视网膜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902885" y="3615474"/>
            <a:ext cx="1723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视网膜血管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950024" y="2936774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视神经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917388" y="2234391"/>
            <a:ext cx="1710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黄斑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838872" y="1536626"/>
            <a:ext cx="1743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玻璃体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6844227" y="1510858"/>
            <a:ext cx="2033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50" b="1" dirty="0">
                <a:latin typeface="Poppins" panose="00000500000000000000" pitchFamily="2" charset="0"/>
                <a:ea typeface="Microsoft YaHei"/>
                <a:cs typeface="Poppins" panose="00000500000000000000" pitchFamily="2" charset="0"/>
              </a:rPr>
              <a:t>巩膜静脉窦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