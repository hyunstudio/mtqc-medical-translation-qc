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sz="4800" b="1" dirty="0">
                <a:solidFill>
                  <a:srgbClr val="9C7DCC"/>
                </a:solidFill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視覚系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sz="1200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視覚系は周囲の光を取り込んで電気信号に変換し、その信号を脳が画像として解釈することで、色、形、奥行き、動きを知覚できるようにします。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角膜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虹彩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瞳孔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水晶体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強膜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脈絡膜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網膜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網膜血管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視神経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黄斑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硝子体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050" b="1" dirty="0">
                <a:latin typeface="Poppins" panose="00000500000000000000" pitchFamily="2" charset="0"/>
                <a:ea typeface="Yu Gothic"/>
                <a:cs typeface="Poppins" panose="00000500000000000000" pitchFamily="2" charset="0"/>
              </a:rPr>
              <a:t>シュレム管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