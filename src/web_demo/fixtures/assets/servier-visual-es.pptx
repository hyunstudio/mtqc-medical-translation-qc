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FB140520-6CC9-8398-5BBC-338790D77A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719" y="6018062"/>
            <a:ext cx="1397947" cy="46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SMART images are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licensed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Creative Commons Attribution 4.0 </a:t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Share,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presentations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power of open collaboration. 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</a:t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C18B3B-3B5B-F650-4348-B2A33155E287}"/>
              </a:ext>
            </a:extLst>
          </p:cNvPr>
          <p:cNvSpPr txBox="1"/>
          <p:nvPr userDrawn="1"/>
        </p:nvSpPr>
        <p:spPr>
          <a:xfrm>
            <a:off x="5629013" y="613385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Educational</a:t>
            </a:r>
            <a:r>
              <a:rPr lang="fr-FR" i="1" dirty="0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Tools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29A786-9DA0-29B4-DDC0-97337C848C9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95" y="96116"/>
            <a:ext cx="862064" cy="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9C7D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SISTEMA VISUAL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El sistema visual capta la luz del entorno y la convierte en señales eléctricas que el cerebro interpreta para formar imágenes, lo que permite percibir el color, la forma, la profundidad y el movimiento.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7008460" y="218791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CÓRNEA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7008460" y="2833870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IRIS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7008460" y="349530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PUPILA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996468" y="41966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CRISTALINO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1144505" y="43490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ESCLERÓTICA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1140524" y="5030745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COROIDES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1107888" y="573365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RETINA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1093385" y="3615474"/>
            <a:ext cx="1342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latin typeface="Poppins" panose="00000500000000000000" pitchFamily="2" charset="0"/>
                <a:cs typeface="Poppins" panose="00000500000000000000" pitchFamily="2" charset="0"/>
              </a:rPr>
              <a:t>VASOS SANGUÍNEOS RETINIANOS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1140524" y="2936774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NERVIO ÓPTICO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1107888" y="2234391"/>
            <a:ext cx="1329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MÁCULA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1029372" y="1536626"/>
            <a:ext cx="1362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HUMOR VÍTREO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7034727" y="1510858"/>
            <a:ext cx="1652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CANAL DE SCHLEMM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