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C7DCC"/>
    <a:srgbClr val="47BF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CCA95A-6217-44AF-8279-DB38BFB5EAD6}" v="26" dt="2024-07-03T13:57:56.5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62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TA HUGO SI" userId="f084d78e-b525-4b91-8087-634c06aecf4c" providerId="ADAL" clId="{FFCCA95A-6217-44AF-8279-DB38BFB5EAD6}"/>
    <pc:docChg chg="undo custSel modSld">
      <pc:chgData name="ROTA HUGO SI" userId="f084d78e-b525-4b91-8087-634c06aecf4c" providerId="ADAL" clId="{FFCCA95A-6217-44AF-8279-DB38BFB5EAD6}" dt="2024-07-03T14:03:30.636" v="565" actId="14100"/>
      <pc:docMkLst>
        <pc:docMk/>
      </pc:docMkLst>
      <pc:sldChg chg="addSp delSp modSp mod">
        <pc:chgData name="ROTA HUGO SI" userId="f084d78e-b525-4b91-8087-634c06aecf4c" providerId="ADAL" clId="{FFCCA95A-6217-44AF-8279-DB38BFB5EAD6}" dt="2024-07-03T14:03:30.636" v="565" actId="14100"/>
        <pc:sldMkLst>
          <pc:docMk/>
          <pc:sldMk cId="286065243" sldId="256"/>
        </pc:sldMkLst>
        <pc:spChg chg="add mod">
          <ac:chgData name="ROTA HUGO SI" userId="f084d78e-b525-4b91-8087-634c06aecf4c" providerId="ADAL" clId="{FFCCA95A-6217-44AF-8279-DB38BFB5EAD6}" dt="2024-07-03T13:20:25.451" v="85" actId="1076"/>
          <ac:spMkLst>
            <pc:docMk/>
            <pc:sldMk cId="286065243" sldId="256"/>
            <ac:spMk id="2" creationId="{E75B43A1-8959-0F7A-A696-6999D14AF92E}"/>
          </ac:spMkLst>
        </pc:spChg>
        <pc:spChg chg="add mod">
          <ac:chgData name="ROTA HUGO SI" userId="f084d78e-b525-4b91-8087-634c06aecf4c" providerId="ADAL" clId="{FFCCA95A-6217-44AF-8279-DB38BFB5EAD6}" dt="2024-07-03T13:58:37.881" v="429" actId="1076"/>
          <ac:spMkLst>
            <pc:docMk/>
            <pc:sldMk cId="286065243" sldId="256"/>
            <ac:spMk id="3" creationId="{21082E92-68E4-7BC2-ED8D-83E1473D11D4}"/>
          </ac:spMkLst>
        </pc:spChg>
        <pc:spChg chg="add mod">
          <ac:chgData name="ROTA HUGO SI" userId="f084d78e-b525-4b91-8087-634c06aecf4c" providerId="ADAL" clId="{FFCCA95A-6217-44AF-8279-DB38BFB5EAD6}" dt="2024-07-03T14:03:30.636" v="565" actId="14100"/>
          <ac:spMkLst>
            <pc:docMk/>
            <pc:sldMk cId="286065243" sldId="256"/>
            <ac:spMk id="4" creationId="{11AE43F3-E010-8E11-260C-16631D56D260}"/>
          </ac:spMkLst>
        </pc:spChg>
        <pc:spChg chg="add mod">
          <ac:chgData name="ROTA HUGO SI" userId="f084d78e-b525-4b91-8087-634c06aecf4c" providerId="ADAL" clId="{FFCCA95A-6217-44AF-8279-DB38BFB5EAD6}" dt="2024-07-03T13:58:51.194" v="459" actId="1036"/>
          <ac:spMkLst>
            <pc:docMk/>
            <pc:sldMk cId="286065243" sldId="256"/>
            <ac:spMk id="6" creationId="{85FEC2D6-FDF8-C2BE-8C45-E5E370129F54}"/>
          </ac:spMkLst>
        </pc:spChg>
        <pc:spChg chg="add mod">
          <ac:chgData name="ROTA HUGO SI" userId="f084d78e-b525-4b91-8087-634c06aecf4c" providerId="ADAL" clId="{FFCCA95A-6217-44AF-8279-DB38BFB5EAD6}" dt="2024-07-03T13:58:51.194" v="459" actId="1036"/>
          <ac:spMkLst>
            <pc:docMk/>
            <pc:sldMk cId="286065243" sldId="256"/>
            <ac:spMk id="7" creationId="{91AF73B8-4A93-0DA1-002F-94AA0E77300F}"/>
          </ac:spMkLst>
        </pc:spChg>
        <pc:spChg chg="add del mod">
          <ac:chgData name="ROTA HUGO SI" userId="f084d78e-b525-4b91-8087-634c06aecf4c" providerId="ADAL" clId="{FFCCA95A-6217-44AF-8279-DB38BFB5EAD6}" dt="2024-07-03T13:38:30.007" v="106"/>
          <ac:spMkLst>
            <pc:docMk/>
            <pc:sldMk cId="286065243" sldId="256"/>
            <ac:spMk id="15" creationId="{DAF895CB-E580-BD56-40F6-3BB61875734A}"/>
          </ac:spMkLst>
        </pc:spChg>
        <pc:spChg chg="add mod">
          <ac:chgData name="ROTA HUGO SI" userId="f084d78e-b525-4b91-8087-634c06aecf4c" providerId="ADAL" clId="{FFCCA95A-6217-44AF-8279-DB38BFB5EAD6}" dt="2024-07-03T13:58:51.194" v="459" actId="1036"/>
          <ac:spMkLst>
            <pc:docMk/>
            <pc:sldMk cId="286065243" sldId="256"/>
            <ac:spMk id="19" creationId="{3D118DAE-6734-3B59-B89F-5DF0FA1E7576}"/>
          </ac:spMkLst>
        </pc:spChg>
        <pc:spChg chg="add mod">
          <ac:chgData name="ROTA HUGO SI" userId="f084d78e-b525-4b91-8087-634c06aecf4c" providerId="ADAL" clId="{FFCCA95A-6217-44AF-8279-DB38BFB5EAD6}" dt="2024-07-03T13:58:51.194" v="459" actId="1036"/>
          <ac:spMkLst>
            <pc:docMk/>
            <pc:sldMk cId="286065243" sldId="256"/>
            <ac:spMk id="25" creationId="{321EA73F-7031-2030-2605-3394F01D3A99}"/>
          </ac:spMkLst>
        </pc:spChg>
        <pc:spChg chg="add mod">
          <ac:chgData name="ROTA HUGO SI" userId="f084d78e-b525-4b91-8087-634c06aecf4c" providerId="ADAL" clId="{FFCCA95A-6217-44AF-8279-DB38BFB5EAD6}" dt="2024-07-03T13:59:18.305" v="508" actId="1037"/>
          <ac:spMkLst>
            <pc:docMk/>
            <pc:sldMk cId="286065243" sldId="256"/>
            <ac:spMk id="29" creationId="{F6DC3864-2992-60C7-7F47-C3B85EAF1C7F}"/>
          </ac:spMkLst>
        </pc:spChg>
        <pc:spChg chg="add mod">
          <ac:chgData name="ROTA HUGO SI" userId="f084d78e-b525-4b91-8087-634c06aecf4c" providerId="ADAL" clId="{FFCCA95A-6217-44AF-8279-DB38BFB5EAD6}" dt="2024-07-03T13:59:18.305" v="508" actId="1037"/>
          <ac:spMkLst>
            <pc:docMk/>
            <pc:sldMk cId="286065243" sldId="256"/>
            <ac:spMk id="34" creationId="{27671222-3755-53D1-95B4-7D6536757A3C}"/>
          </ac:spMkLst>
        </pc:spChg>
        <pc:spChg chg="add mod">
          <ac:chgData name="ROTA HUGO SI" userId="f084d78e-b525-4b91-8087-634c06aecf4c" providerId="ADAL" clId="{FFCCA95A-6217-44AF-8279-DB38BFB5EAD6}" dt="2024-07-03T13:59:18.305" v="508" actId="1037"/>
          <ac:spMkLst>
            <pc:docMk/>
            <pc:sldMk cId="286065243" sldId="256"/>
            <ac:spMk id="39" creationId="{1328C96F-2A4C-E63E-597D-A0CE43B0BFBB}"/>
          </ac:spMkLst>
        </pc:spChg>
        <pc:spChg chg="add mod">
          <ac:chgData name="ROTA HUGO SI" userId="f084d78e-b525-4b91-8087-634c06aecf4c" providerId="ADAL" clId="{FFCCA95A-6217-44AF-8279-DB38BFB5EAD6}" dt="2024-07-03T13:59:18.305" v="508" actId="1037"/>
          <ac:spMkLst>
            <pc:docMk/>
            <pc:sldMk cId="286065243" sldId="256"/>
            <ac:spMk id="44" creationId="{DC21E8FB-38D6-02F9-DD1F-BA846A0AB5B8}"/>
          </ac:spMkLst>
        </pc:spChg>
        <pc:spChg chg="add mod">
          <ac:chgData name="ROTA HUGO SI" userId="f084d78e-b525-4b91-8087-634c06aecf4c" providerId="ADAL" clId="{FFCCA95A-6217-44AF-8279-DB38BFB5EAD6}" dt="2024-07-03T13:59:18.305" v="508" actId="1037"/>
          <ac:spMkLst>
            <pc:docMk/>
            <pc:sldMk cId="286065243" sldId="256"/>
            <ac:spMk id="47" creationId="{E59D6E7C-4073-4CBF-A90D-18CDAC7ED715}"/>
          </ac:spMkLst>
        </pc:spChg>
        <pc:spChg chg="add mod">
          <ac:chgData name="ROTA HUGO SI" userId="f084d78e-b525-4b91-8087-634c06aecf4c" providerId="ADAL" clId="{FFCCA95A-6217-44AF-8279-DB38BFB5EAD6}" dt="2024-07-03T13:59:18.305" v="508" actId="1037"/>
          <ac:spMkLst>
            <pc:docMk/>
            <pc:sldMk cId="286065243" sldId="256"/>
            <ac:spMk id="51" creationId="{FB233FAD-14A5-683B-5B24-B1353E2F2F91}"/>
          </ac:spMkLst>
        </pc:spChg>
        <pc:spChg chg="add del mod">
          <ac:chgData name="ROTA HUGO SI" userId="f084d78e-b525-4b91-8087-634c06aecf4c" providerId="ADAL" clId="{FFCCA95A-6217-44AF-8279-DB38BFB5EAD6}" dt="2024-07-03T13:51:55.997" v="307"/>
          <ac:spMkLst>
            <pc:docMk/>
            <pc:sldMk cId="286065243" sldId="256"/>
            <ac:spMk id="62" creationId="{1F85F996-2414-BD5B-944C-B121563C32B3}"/>
          </ac:spMkLst>
        </pc:spChg>
        <pc:spChg chg="add mod">
          <ac:chgData name="ROTA HUGO SI" userId="f084d78e-b525-4b91-8087-634c06aecf4c" providerId="ADAL" clId="{FFCCA95A-6217-44AF-8279-DB38BFB5EAD6}" dt="2024-07-03T13:59:18.305" v="508" actId="1037"/>
          <ac:spMkLst>
            <pc:docMk/>
            <pc:sldMk cId="286065243" sldId="256"/>
            <ac:spMk id="65" creationId="{C82A0E73-2006-02F5-26A9-181A666DAA19}"/>
          </ac:spMkLst>
        </pc:spChg>
        <pc:spChg chg="add del mod">
          <ac:chgData name="ROTA HUGO SI" userId="f084d78e-b525-4b91-8087-634c06aecf4c" providerId="ADAL" clId="{FFCCA95A-6217-44AF-8279-DB38BFB5EAD6}" dt="2024-07-03T13:53:48.869" v="363"/>
          <ac:spMkLst>
            <pc:docMk/>
            <pc:sldMk cId="286065243" sldId="256"/>
            <ac:spMk id="71" creationId="{7F30CBA5-9221-CD41-4712-99073C02D224}"/>
          </ac:spMkLst>
        </pc:spChg>
        <pc:spChg chg="add mod">
          <ac:chgData name="ROTA HUGO SI" userId="f084d78e-b525-4b91-8087-634c06aecf4c" providerId="ADAL" clId="{FFCCA95A-6217-44AF-8279-DB38BFB5EAD6}" dt="2024-07-03T13:58:51.194" v="459" actId="1036"/>
          <ac:spMkLst>
            <pc:docMk/>
            <pc:sldMk cId="286065243" sldId="256"/>
            <ac:spMk id="74" creationId="{05E94107-783D-765F-03A6-6CCC760F9566}"/>
          </ac:spMkLst>
        </pc:spChg>
        <pc:spChg chg="add del mod">
          <ac:chgData name="ROTA HUGO SI" userId="f084d78e-b525-4b91-8087-634c06aecf4c" providerId="ADAL" clId="{FFCCA95A-6217-44AF-8279-DB38BFB5EAD6}" dt="2024-07-03T13:57:56.590" v="396"/>
          <ac:spMkLst>
            <pc:docMk/>
            <pc:sldMk cId="286065243" sldId="256"/>
            <ac:spMk id="81" creationId="{E781E1D2-A0C9-429F-7DD8-80480150140F}"/>
          </ac:spMkLst>
        </pc:spChg>
        <pc:picChg chg="add mod">
          <ac:chgData name="ROTA HUGO SI" userId="f084d78e-b525-4b91-8087-634c06aecf4c" providerId="ADAL" clId="{FFCCA95A-6217-44AF-8279-DB38BFB5EAD6}" dt="2024-07-03T14:00:37.951" v="523" actId="1076"/>
          <ac:picMkLst>
            <pc:docMk/>
            <pc:sldMk cId="286065243" sldId="256"/>
            <ac:picMk id="5" creationId="{1917E866-12E2-E440-4FAB-D8DDF66AE5FD}"/>
          </ac:picMkLst>
        </pc:picChg>
        <pc:cxnChg chg="add mod">
          <ac:chgData name="ROTA HUGO SI" userId="f084d78e-b525-4b91-8087-634c06aecf4c" providerId="ADAL" clId="{FFCCA95A-6217-44AF-8279-DB38BFB5EAD6}" dt="2024-07-03T13:58:51.194" v="459" actId="1036"/>
          <ac:cxnSpMkLst>
            <pc:docMk/>
            <pc:sldMk cId="286065243" sldId="256"/>
            <ac:cxnSpMk id="8" creationId="{A1A1EFEA-240B-6172-DE4A-F4682E0920B5}"/>
          </ac:cxnSpMkLst>
        </pc:cxnChg>
        <pc:cxnChg chg="add mod">
          <ac:chgData name="ROTA HUGO SI" userId="f084d78e-b525-4b91-8087-634c06aecf4c" providerId="ADAL" clId="{FFCCA95A-6217-44AF-8279-DB38BFB5EAD6}" dt="2024-07-03T13:58:51.194" v="459" actId="1036"/>
          <ac:cxnSpMkLst>
            <pc:docMk/>
            <pc:sldMk cId="286065243" sldId="256"/>
            <ac:cxnSpMk id="9" creationId="{2672CEA5-B97D-55B6-E8DF-D13BC18FD03E}"/>
          </ac:cxnSpMkLst>
        </pc:cxnChg>
        <pc:cxnChg chg="add del mod">
          <ac:chgData name="ROTA HUGO SI" userId="f084d78e-b525-4b91-8087-634c06aecf4c" providerId="ADAL" clId="{FFCCA95A-6217-44AF-8279-DB38BFB5EAD6}" dt="2024-07-03T13:38:30.007" v="106"/>
          <ac:cxnSpMkLst>
            <pc:docMk/>
            <pc:sldMk cId="286065243" sldId="256"/>
            <ac:cxnSpMk id="16" creationId="{4408D6BC-C50E-48CD-774D-92CB06353270}"/>
          </ac:cxnSpMkLst>
        </pc:cxnChg>
        <pc:cxnChg chg="add mod">
          <ac:chgData name="ROTA HUGO SI" userId="f084d78e-b525-4b91-8087-634c06aecf4c" providerId="ADAL" clId="{FFCCA95A-6217-44AF-8279-DB38BFB5EAD6}" dt="2024-07-03T13:58:51.194" v="459" actId="1036"/>
          <ac:cxnSpMkLst>
            <pc:docMk/>
            <pc:sldMk cId="286065243" sldId="256"/>
            <ac:cxnSpMk id="17" creationId="{F6EA4945-2695-2AAE-1C90-92E85C66CBC2}"/>
          </ac:cxnSpMkLst>
        </pc:cxnChg>
        <pc:cxnChg chg="add del mod">
          <ac:chgData name="ROTA HUGO SI" userId="f084d78e-b525-4b91-8087-634c06aecf4c" providerId="ADAL" clId="{FFCCA95A-6217-44AF-8279-DB38BFB5EAD6}" dt="2024-07-03T13:39:49.026" v="118" actId="478"/>
          <ac:cxnSpMkLst>
            <pc:docMk/>
            <pc:sldMk cId="286065243" sldId="256"/>
            <ac:cxnSpMk id="20" creationId="{DC9FE56E-BBE7-7FC4-CA67-2148E3817685}"/>
          </ac:cxnSpMkLst>
        </pc:cxnChg>
        <pc:cxnChg chg="add mod">
          <ac:chgData name="ROTA HUGO SI" userId="f084d78e-b525-4b91-8087-634c06aecf4c" providerId="ADAL" clId="{FFCCA95A-6217-44AF-8279-DB38BFB5EAD6}" dt="2024-07-03T13:58:51.194" v="459" actId="1036"/>
          <ac:cxnSpMkLst>
            <pc:docMk/>
            <pc:sldMk cId="286065243" sldId="256"/>
            <ac:cxnSpMk id="24" creationId="{3E4E2DEE-EFD6-896E-3B20-2F20FDE0039A}"/>
          </ac:cxnSpMkLst>
        </pc:cxnChg>
        <pc:cxnChg chg="add mod">
          <ac:chgData name="ROTA HUGO SI" userId="f084d78e-b525-4b91-8087-634c06aecf4c" providerId="ADAL" clId="{FFCCA95A-6217-44AF-8279-DB38BFB5EAD6}" dt="2024-07-03T13:58:51.194" v="459" actId="1036"/>
          <ac:cxnSpMkLst>
            <pc:docMk/>
            <pc:sldMk cId="286065243" sldId="256"/>
            <ac:cxnSpMk id="26" creationId="{2FB02829-5835-F231-38CE-F5933F3A3537}"/>
          </ac:cxnSpMkLst>
        </pc:cxnChg>
        <pc:cxnChg chg="add mod">
          <ac:chgData name="ROTA HUGO SI" userId="f084d78e-b525-4b91-8087-634c06aecf4c" providerId="ADAL" clId="{FFCCA95A-6217-44AF-8279-DB38BFB5EAD6}" dt="2024-07-03T13:58:51.194" v="459" actId="1036"/>
          <ac:cxnSpMkLst>
            <pc:docMk/>
            <pc:sldMk cId="286065243" sldId="256"/>
            <ac:cxnSpMk id="27" creationId="{74C97B34-0996-C89D-A98E-067B87A8F70C}"/>
          </ac:cxnSpMkLst>
        </pc:cxnChg>
        <pc:cxnChg chg="add mod">
          <ac:chgData name="ROTA HUGO SI" userId="f084d78e-b525-4b91-8087-634c06aecf4c" providerId="ADAL" clId="{FFCCA95A-6217-44AF-8279-DB38BFB5EAD6}" dt="2024-07-03T14:00:23.864" v="520" actId="14100"/>
          <ac:cxnSpMkLst>
            <pc:docMk/>
            <pc:sldMk cId="286065243" sldId="256"/>
            <ac:cxnSpMk id="30" creationId="{6B18A793-4FCA-ECA6-92C4-83AEB0422DB7}"/>
          </ac:cxnSpMkLst>
        </pc:cxnChg>
        <pc:cxnChg chg="add mod">
          <ac:chgData name="ROTA HUGO SI" userId="f084d78e-b525-4b91-8087-634c06aecf4c" providerId="ADAL" clId="{FFCCA95A-6217-44AF-8279-DB38BFB5EAD6}" dt="2024-07-03T14:01:02.867" v="530" actId="1037"/>
          <ac:cxnSpMkLst>
            <pc:docMk/>
            <pc:sldMk cId="286065243" sldId="256"/>
            <ac:cxnSpMk id="31" creationId="{B009563E-C94E-1F22-8D3A-530066037C4A}"/>
          </ac:cxnSpMkLst>
        </pc:cxnChg>
        <pc:cxnChg chg="add mod">
          <ac:chgData name="ROTA HUGO SI" userId="f084d78e-b525-4b91-8087-634c06aecf4c" providerId="ADAL" clId="{FFCCA95A-6217-44AF-8279-DB38BFB5EAD6}" dt="2024-07-03T13:59:55.397" v="516" actId="14100"/>
          <ac:cxnSpMkLst>
            <pc:docMk/>
            <pc:sldMk cId="286065243" sldId="256"/>
            <ac:cxnSpMk id="35" creationId="{550AB126-E6A9-3AD7-6D43-27A598AA7F83}"/>
          </ac:cxnSpMkLst>
        </pc:cxnChg>
        <pc:cxnChg chg="add mod">
          <ac:chgData name="ROTA HUGO SI" userId="f084d78e-b525-4b91-8087-634c06aecf4c" providerId="ADAL" clId="{FFCCA95A-6217-44AF-8279-DB38BFB5EAD6}" dt="2024-07-03T14:01:08.602" v="531" actId="14100"/>
          <ac:cxnSpMkLst>
            <pc:docMk/>
            <pc:sldMk cId="286065243" sldId="256"/>
            <ac:cxnSpMk id="36" creationId="{58EE6D29-D922-97A0-A30D-B2E3EF149D4D}"/>
          </ac:cxnSpMkLst>
        </pc:cxnChg>
        <pc:cxnChg chg="add mod">
          <ac:chgData name="ROTA HUGO SI" userId="f084d78e-b525-4b91-8087-634c06aecf4c" providerId="ADAL" clId="{FFCCA95A-6217-44AF-8279-DB38BFB5EAD6}" dt="2024-07-03T13:59:55.397" v="516" actId="14100"/>
          <ac:cxnSpMkLst>
            <pc:docMk/>
            <pc:sldMk cId="286065243" sldId="256"/>
            <ac:cxnSpMk id="40" creationId="{39269874-1E0D-633F-7761-82EA1547D431}"/>
          </ac:cxnSpMkLst>
        </pc:cxnChg>
        <pc:cxnChg chg="add mod">
          <ac:chgData name="ROTA HUGO SI" userId="f084d78e-b525-4b91-8087-634c06aecf4c" providerId="ADAL" clId="{FFCCA95A-6217-44AF-8279-DB38BFB5EAD6}" dt="2024-07-03T14:01:15.627" v="532" actId="14100"/>
          <ac:cxnSpMkLst>
            <pc:docMk/>
            <pc:sldMk cId="286065243" sldId="256"/>
            <ac:cxnSpMk id="41" creationId="{6D685361-E585-BEF2-66AC-A5D06F1C5F45}"/>
          </ac:cxnSpMkLst>
        </pc:cxnChg>
        <pc:cxnChg chg="add mod">
          <ac:chgData name="ROTA HUGO SI" userId="f084d78e-b525-4b91-8087-634c06aecf4c" providerId="ADAL" clId="{FFCCA95A-6217-44AF-8279-DB38BFB5EAD6}" dt="2024-07-03T14:01:36.955" v="560" actId="14100"/>
          <ac:cxnSpMkLst>
            <pc:docMk/>
            <pc:sldMk cId="286065243" sldId="256"/>
            <ac:cxnSpMk id="45" creationId="{45821FEA-56F2-6C82-E662-CBF059FD4F01}"/>
          </ac:cxnSpMkLst>
        </pc:cxnChg>
        <pc:cxnChg chg="add mod">
          <ac:chgData name="ROTA HUGO SI" userId="f084d78e-b525-4b91-8087-634c06aecf4c" providerId="ADAL" clId="{FFCCA95A-6217-44AF-8279-DB38BFB5EAD6}" dt="2024-07-03T13:59:55.397" v="516" actId="14100"/>
          <ac:cxnSpMkLst>
            <pc:docMk/>
            <pc:sldMk cId="286065243" sldId="256"/>
            <ac:cxnSpMk id="48" creationId="{8AD53327-6FC7-58EC-E93F-0B1D0B0FCD19}"/>
          </ac:cxnSpMkLst>
        </pc:cxnChg>
        <pc:cxnChg chg="add mod">
          <ac:chgData name="ROTA HUGO SI" userId="f084d78e-b525-4b91-8087-634c06aecf4c" providerId="ADAL" clId="{FFCCA95A-6217-44AF-8279-DB38BFB5EAD6}" dt="2024-07-03T14:00:36.017" v="521" actId="14100"/>
          <ac:cxnSpMkLst>
            <pc:docMk/>
            <pc:sldMk cId="286065243" sldId="256"/>
            <ac:cxnSpMk id="49" creationId="{621BCD58-04C4-76AE-C132-EEE3F95EB95D}"/>
          </ac:cxnSpMkLst>
        </pc:cxnChg>
        <pc:cxnChg chg="add mod">
          <ac:chgData name="ROTA HUGO SI" userId="f084d78e-b525-4b91-8087-634c06aecf4c" providerId="ADAL" clId="{FFCCA95A-6217-44AF-8279-DB38BFB5EAD6}" dt="2024-07-03T13:59:55.397" v="516" actId="14100"/>
          <ac:cxnSpMkLst>
            <pc:docMk/>
            <pc:sldMk cId="286065243" sldId="256"/>
            <ac:cxnSpMk id="52" creationId="{03CC4954-05FD-B12C-95EC-67EE7E3D93EE}"/>
          </ac:cxnSpMkLst>
        </pc:cxnChg>
        <pc:cxnChg chg="add mod">
          <ac:chgData name="ROTA HUGO SI" userId="f084d78e-b525-4b91-8087-634c06aecf4c" providerId="ADAL" clId="{FFCCA95A-6217-44AF-8279-DB38BFB5EAD6}" dt="2024-07-03T14:00:51.835" v="527" actId="14100"/>
          <ac:cxnSpMkLst>
            <pc:docMk/>
            <pc:sldMk cId="286065243" sldId="256"/>
            <ac:cxnSpMk id="53" creationId="{F560EA38-2F19-ADF4-A428-1ADE64C1B89C}"/>
          </ac:cxnSpMkLst>
        </pc:cxnChg>
        <pc:cxnChg chg="add del mod">
          <ac:chgData name="ROTA HUGO SI" userId="f084d78e-b525-4b91-8087-634c06aecf4c" providerId="ADAL" clId="{FFCCA95A-6217-44AF-8279-DB38BFB5EAD6}" dt="2024-07-03T13:51:55.997" v="307"/>
          <ac:cxnSpMkLst>
            <pc:docMk/>
            <pc:sldMk cId="286065243" sldId="256"/>
            <ac:cxnSpMk id="63" creationId="{93A7B347-80EB-C3E3-1168-3EE2A1E4A0C8}"/>
          </ac:cxnSpMkLst>
        </pc:cxnChg>
        <pc:cxnChg chg="add del mod">
          <ac:chgData name="ROTA HUGO SI" userId="f084d78e-b525-4b91-8087-634c06aecf4c" providerId="ADAL" clId="{FFCCA95A-6217-44AF-8279-DB38BFB5EAD6}" dt="2024-07-03T13:51:55.997" v="307"/>
          <ac:cxnSpMkLst>
            <pc:docMk/>
            <pc:sldMk cId="286065243" sldId="256"/>
            <ac:cxnSpMk id="64" creationId="{6A2C0F77-2367-6A19-F37F-051FE220CFD2}"/>
          </ac:cxnSpMkLst>
        </pc:cxnChg>
        <pc:cxnChg chg="add mod">
          <ac:chgData name="ROTA HUGO SI" userId="f084d78e-b525-4b91-8087-634c06aecf4c" providerId="ADAL" clId="{FFCCA95A-6217-44AF-8279-DB38BFB5EAD6}" dt="2024-07-03T13:59:55.397" v="516" actId="14100"/>
          <ac:cxnSpMkLst>
            <pc:docMk/>
            <pc:sldMk cId="286065243" sldId="256"/>
            <ac:cxnSpMk id="66" creationId="{7A2281C1-7A9E-4230-852B-460E55D4B4E8}"/>
          </ac:cxnSpMkLst>
        </pc:cxnChg>
        <pc:cxnChg chg="add mod">
          <ac:chgData name="ROTA HUGO SI" userId="f084d78e-b525-4b91-8087-634c06aecf4c" providerId="ADAL" clId="{FFCCA95A-6217-44AF-8279-DB38BFB5EAD6}" dt="2024-07-03T14:00:45.747" v="524" actId="14100"/>
          <ac:cxnSpMkLst>
            <pc:docMk/>
            <pc:sldMk cId="286065243" sldId="256"/>
            <ac:cxnSpMk id="67" creationId="{E692012F-C1A5-9F2D-7FB2-A6F87BD01416}"/>
          </ac:cxnSpMkLst>
        </pc:cxnChg>
        <pc:cxnChg chg="add del mod">
          <ac:chgData name="ROTA HUGO SI" userId="f084d78e-b525-4b91-8087-634c06aecf4c" providerId="ADAL" clId="{FFCCA95A-6217-44AF-8279-DB38BFB5EAD6}" dt="2024-07-03T13:53:48.869" v="363"/>
          <ac:cxnSpMkLst>
            <pc:docMk/>
            <pc:sldMk cId="286065243" sldId="256"/>
            <ac:cxnSpMk id="72" creationId="{57959D7E-AED5-304B-EA23-07D8E3D7EBA6}"/>
          </ac:cxnSpMkLst>
        </pc:cxnChg>
        <pc:cxnChg chg="add del mod">
          <ac:chgData name="ROTA HUGO SI" userId="f084d78e-b525-4b91-8087-634c06aecf4c" providerId="ADAL" clId="{FFCCA95A-6217-44AF-8279-DB38BFB5EAD6}" dt="2024-07-03T13:53:48.869" v="363"/>
          <ac:cxnSpMkLst>
            <pc:docMk/>
            <pc:sldMk cId="286065243" sldId="256"/>
            <ac:cxnSpMk id="73" creationId="{E116CCE7-ABD9-54D7-CEE7-2D9C0D13FA0A}"/>
          </ac:cxnSpMkLst>
        </pc:cxnChg>
        <pc:cxnChg chg="add mod">
          <ac:chgData name="ROTA HUGO SI" userId="f084d78e-b525-4b91-8087-634c06aecf4c" providerId="ADAL" clId="{FFCCA95A-6217-44AF-8279-DB38BFB5EAD6}" dt="2024-07-03T13:58:51.194" v="459" actId="1036"/>
          <ac:cxnSpMkLst>
            <pc:docMk/>
            <pc:sldMk cId="286065243" sldId="256"/>
            <ac:cxnSpMk id="75" creationId="{8122097E-A97A-000C-75D5-1C66FD34E1A9}"/>
          </ac:cxnSpMkLst>
        </pc:cxnChg>
        <pc:cxnChg chg="add mod">
          <ac:chgData name="ROTA HUGO SI" userId="f084d78e-b525-4b91-8087-634c06aecf4c" providerId="ADAL" clId="{FFCCA95A-6217-44AF-8279-DB38BFB5EAD6}" dt="2024-07-03T13:58:51.194" v="459" actId="1036"/>
          <ac:cxnSpMkLst>
            <pc:docMk/>
            <pc:sldMk cId="286065243" sldId="256"/>
            <ac:cxnSpMk id="76" creationId="{AA67CBE6-0066-8A15-2326-AB4C8FC47633}"/>
          </ac:cxnSpMkLst>
        </pc:cxnChg>
        <pc:cxnChg chg="add del mod">
          <ac:chgData name="ROTA HUGO SI" userId="f084d78e-b525-4b91-8087-634c06aecf4c" providerId="ADAL" clId="{FFCCA95A-6217-44AF-8279-DB38BFB5EAD6}" dt="2024-07-03T13:57:56.590" v="396"/>
          <ac:cxnSpMkLst>
            <pc:docMk/>
            <pc:sldMk cId="286065243" sldId="256"/>
            <ac:cxnSpMk id="82" creationId="{B25C09A3-7F01-90B6-3106-F08907F66269}"/>
          </ac:cxnSpMkLst>
        </pc:cxnChg>
        <pc:cxnChg chg="add del mod">
          <ac:chgData name="ROTA HUGO SI" userId="f084d78e-b525-4b91-8087-634c06aecf4c" providerId="ADAL" clId="{FFCCA95A-6217-44AF-8279-DB38BFB5EAD6}" dt="2024-07-03T13:57:56.590" v="396"/>
          <ac:cxnSpMkLst>
            <pc:docMk/>
            <pc:sldMk cId="286065243" sldId="256"/>
            <ac:cxnSpMk id="83" creationId="{9A95CFD0-B601-10AC-F1FA-6EB540D7951F}"/>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Tree>
    <p:extLst>
      <p:ext uri="{BB962C8B-B14F-4D97-AF65-F5344CB8AC3E}">
        <p14:creationId xmlns:p14="http://schemas.microsoft.com/office/powerpoint/2010/main" val="2586383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26391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910967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064354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fr-FR"/>
              <a:t>Modifiez le style du titre</a:t>
            </a:r>
            <a:endParaRPr lang="en-US" dirty="0"/>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8" name="Footer Placeholder 7"/>
          <p:cNvSpPr>
            <a:spLocks noGrp="1"/>
          </p:cNvSpPr>
          <p:nvPr>
            <p:ph type="ftr" sz="quarter" idx="11"/>
          </p:nvPr>
        </p:nvSpPr>
        <p:spPr>
          <a:xfrm>
            <a:off x="3028950" y="6356351"/>
            <a:ext cx="3086100" cy="365125"/>
          </a:xfrm>
          <a:prstGeom prst="rect">
            <a:avLst/>
          </a:prstGeom>
        </p:spPr>
        <p:txBody>
          <a:bodyPr/>
          <a:lstStyle/>
          <a:p>
            <a:endParaRPr lang="fr-F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77547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4" name="Footer Placeholder 3"/>
          <p:cNvSpPr>
            <a:spLocks noGrp="1"/>
          </p:cNvSpPr>
          <p:nvPr>
            <p:ph type="ftr" sz="quarter" idx="11"/>
          </p:nvPr>
        </p:nvSpPr>
        <p:spPr>
          <a:xfrm>
            <a:off x="3028950" y="6356351"/>
            <a:ext cx="3086100" cy="365125"/>
          </a:xfrm>
          <a:prstGeom prst="rect">
            <a:avLst/>
          </a:prstGeom>
        </p:spPr>
        <p:txBody>
          <a:bodyPr/>
          <a:lstStyle/>
          <a:p>
            <a:endParaRPr lang="fr-F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018274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3" name="Footer Placeholder 2"/>
          <p:cNvSpPr>
            <a:spLocks noGrp="1"/>
          </p:cNvSpPr>
          <p:nvPr>
            <p:ph type="ftr" sz="quarter" idx="11"/>
          </p:nvPr>
        </p:nvSpPr>
        <p:spPr>
          <a:xfrm>
            <a:off x="3028950" y="6356351"/>
            <a:ext cx="3086100" cy="365125"/>
          </a:xfrm>
          <a:prstGeom prst="rect">
            <a:avLst/>
          </a:prstGeom>
        </p:spPr>
        <p:txBody>
          <a:bodyPr/>
          <a:lstStyle/>
          <a:p>
            <a:endParaRPr lang="fr-F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42728560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5617002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3887391" y="987426"/>
            <a:ext cx="462915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4729208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628650" y="1825625"/>
            <a:ext cx="78867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46899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a:prstGeom prst="rect">
            <a:avLst/>
          </a:prstGeo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28650" y="365125"/>
            <a:ext cx="5800725"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117082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4.0/"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FB140520-6CC9-8398-5BBC-338790D77AF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7695719" y="6018062"/>
            <a:ext cx="1397947" cy="466468"/>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2426B3D9-9A30-9111-43F7-59BE743F8F41}"/>
              </a:ext>
            </a:extLst>
          </p:cNvPr>
          <p:cNvSpPr txBox="1"/>
          <p:nvPr userDrawn="1"/>
        </p:nvSpPr>
        <p:spPr>
          <a:xfrm>
            <a:off x="50334" y="6503182"/>
            <a:ext cx="9093666" cy="307777"/>
          </a:xfrm>
          <a:prstGeom prst="rect">
            <a:avLst/>
          </a:prstGeom>
          <a:noFill/>
        </p:spPr>
        <p:txBody>
          <a:bodyPr wrap="square" rtlCol="0">
            <a:spAutoFit/>
          </a:bodyPr>
          <a:lstStyle/>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All SMART images are </a:t>
            </a:r>
            <a:r>
              <a:rPr lang="fr-FR" sz="700" dirty="0" err="1">
                <a:solidFill>
                  <a:schemeClr val="tx1">
                    <a:lumMod val="50000"/>
                    <a:lumOff val="50000"/>
                  </a:schemeClr>
                </a:solidFill>
                <a:latin typeface="Poppins" panose="00000500000000000000" pitchFamily="2" charset="0"/>
                <a:cs typeface="Poppins" panose="00000500000000000000" pitchFamily="2" charset="0"/>
              </a:rPr>
              <a:t>licensed</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under</a:t>
            </a:r>
            <a:r>
              <a:rPr lang="fr-FR" sz="700" dirty="0">
                <a:solidFill>
                  <a:schemeClr val="tx1">
                    <a:lumMod val="50000"/>
                    <a:lumOff val="50000"/>
                  </a:schemeClr>
                </a:solidFill>
                <a:latin typeface="Poppins" panose="00000500000000000000" pitchFamily="2" charset="0"/>
                <a:cs typeface="Poppins" panose="00000500000000000000" pitchFamily="2" charset="0"/>
              </a:rPr>
              <a:t> Creative Commons Attribution 4.0 </a:t>
            </a:r>
          </a:p>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Share, </a:t>
            </a:r>
            <a:r>
              <a:rPr lang="fr-FR" sz="700" dirty="0" err="1">
                <a:solidFill>
                  <a:schemeClr val="tx1">
                    <a:lumMod val="50000"/>
                    <a:lumOff val="50000"/>
                  </a:schemeClr>
                </a:solidFill>
                <a:latin typeface="Poppins" panose="00000500000000000000" pitchFamily="2" charset="0"/>
                <a:cs typeface="Poppins" panose="00000500000000000000" pitchFamily="2" charset="0"/>
              </a:rPr>
              <a:t>adapt</a:t>
            </a:r>
            <a:r>
              <a:rPr lang="fr-FR" sz="700" dirty="0">
                <a:solidFill>
                  <a:schemeClr val="tx1">
                    <a:lumMod val="50000"/>
                    <a:lumOff val="50000"/>
                  </a:schemeClr>
                </a:solidFill>
                <a:latin typeface="Poppins" panose="00000500000000000000" pitchFamily="2" charset="0"/>
                <a:cs typeface="Poppins" panose="00000500000000000000" pitchFamily="2" charset="0"/>
              </a:rPr>
              <a:t>, and </a:t>
            </a:r>
            <a:r>
              <a:rPr lang="fr-FR" sz="700" dirty="0" err="1">
                <a:solidFill>
                  <a:schemeClr val="tx1">
                    <a:lumMod val="50000"/>
                    <a:lumOff val="50000"/>
                  </a:schemeClr>
                </a:solidFill>
                <a:latin typeface="Poppins" panose="00000500000000000000" pitchFamily="2" charset="0"/>
                <a:cs typeface="Poppins" panose="00000500000000000000" pitchFamily="2" charset="0"/>
              </a:rPr>
              <a:t>enhance</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your</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presentations</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with</a:t>
            </a:r>
            <a:r>
              <a:rPr lang="fr-FR" sz="700" dirty="0">
                <a:solidFill>
                  <a:schemeClr val="tx1">
                    <a:lumMod val="50000"/>
                    <a:lumOff val="50000"/>
                  </a:schemeClr>
                </a:solidFill>
                <a:latin typeface="Poppins" panose="00000500000000000000" pitchFamily="2" charset="0"/>
                <a:cs typeface="Poppins" panose="00000500000000000000" pitchFamily="2" charset="0"/>
              </a:rPr>
              <a:t> the power of open collaboration. </a:t>
            </a:r>
            <a:r>
              <a:rPr lang="fr-FR" sz="700" dirty="0">
                <a:solidFill>
                  <a:schemeClr val="tx1">
                    <a:lumMod val="50000"/>
                    <a:lumOff val="50000"/>
                  </a:schemeClr>
                </a:solidFill>
                <a:latin typeface="Poppins" panose="00000500000000000000" pitchFamily="2" charset="0"/>
                <a:cs typeface="Poppins" panose="00000500000000000000" pitchFamily="2" charset="0"/>
                <a:hlinkClick r:id="rId14">
                  <a:extLst>
                    <a:ext uri="{A12FA001-AC4F-418D-AE19-62706E023703}">
                      <ahyp:hlinkClr xmlns:ahyp="http://schemas.microsoft.com/office/drawing/2018/hyperlinkcolor" val="tx"/>
                    </a:ext>
                  </a:extLst>
                </a:hlinkClick>
              </a:rPr>
              <a:t>https://creativecommons.org/licenses/by/4.0/</a:t>
            </a:r>
            <a:endParaRPr lang="fr-FR" sz="700" dirty="0">
              <a:solidFill>
                <a:schemeClr val="tx1">
                  <a:lumMod val="50000"/>
                  <a:lumOff val="50000"/>
                </a:schemeClr>
              </a:solidFill>
              <a:latin typeface="Poppins" panose="00000500000000000000" pitchFamily="2" charset="0"/>
              <a:cs typeface="Poppins" panose="00000500000000000000" pitchFamily="2" charset="0"/>
            </a:endParaRPr>
          </a:p>
        </p:txBody>
      </p:sp>
      <p:sp>
        <p:nvSpPr>
          <p:cNvPr id="9" name="ZoneTexte 8">
            <a:extLst>
              <a:ext uri="{FF2B5EF4-FFF2-40B4-BE49-F238E27FC236}">
                <a16:creationId xmlns:a16="http://schemas.microsoft.com/office/drawing/2014/main" id="{49C18B3B-3B5B-F650-4348-B2A33155E287}"/>
              </a:ext>
            </a:extLst>
          </p:cNvPr>
          <p:cNvSpPr txBox="1"/>
          <p:nvPr userDrawn="1"/>
        </p:nvSpPr>
        <p:spPr>
          <a:xfrm>
            <a:off x="5629013" y="6133850"/>
            <a:ext cx="2204450" cy="369332"/>
          </a:xfrm>
          <a:prstGeom prst="rect">
            <a:avLst/>
          </a:prstGeom>
          <a:noFill/>
        </p:spPr>
        <p:txBody>
          <a:bodyPr wrap="none" rtlCol="0">
            <a:spAutoFit/>
          </a:bodyPr>
          <a:lstStyle/>
          <a:p>
            <a:r>
              <a:rPr lang="fr-FR" i="1" dirty="0" err="1">
                <a:solidFill>
                  <a:srgbClr val="24226A"/>
                </a:solidFill>
                <a:latin typeface="Poppins" panose="00000500000000000000" pitchFamily="2" charset="0"/>
                <a:cs typeface="Poppins" panose="00000500000000000000" pitchFamily="2" charset="0"/>
              </a:rPr>
              <a:t>Educational</a:t>
            </a:r>
            <a:r>
              <a:rPr lang="fr-FR" i="1" dirty="0">
                <a:solidFill>
                  <a:srgbClr val="24226A"/>
                </a:solidFill>
                <a:latin typeface="Poppins" panose="00000500000000000000" pitchFamily="2" charset="0"/>
                <a:cs typeface="Poppins" panose="00000500000000000000" pitchFamily="2" charset="0"/>
              </a:rPr>
              <a:t> Tools</a:t>
            </a:r>
          </a:p>
        </p:txBody>
      </p:sp>
      <p:pic>
        <p:nvPicPr>
          <p:cNvPr id="10" name="Image 9">
            <a:extLst>
              <a:ext uri="{FF2B5EF4-FFF2-40B4-BE49-F238E27FC236}">
                <a16:creationId xmlns:a16="http://schemas.microsoft.com/office/drawing/2014/main" id="{5429A786-9DA0-29B4-DDC0-97337C848C95}"/>
              </a:ext>
            </a:extLst>
          </p:cNvPr>
          <p:cNvPicPr>
            <a:picLocks noChangeAspect="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8067195" y="96116"/>
            <a:ext cx="862064" cy="7357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326231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5B43A1-8959-0F7A-A696-6999D14AF92E}"/>
              </a:ext>
            </a:extLst>
          </p:cNvPr>
          <p:cNvSpPr/>
          <p:nvPr/>
        </p:nvSpPr>
        <p:spPr>
          <a:xfrm>
            <a:off x="16778" y="0"/>
            <a:ext cx="9144000" cy="6858000"/>
          </a:xfrm>
          <a:prstGeom prst="rect">
            <a:avLst/>
          </a:prstGeom>
          <a:noFill/>
          <a:ln w="63500">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21082E92-68E4-7BC2-ED8D-83E1473D11D4}"/>
              </a:ext>
            </a:extLst>
          </p:cNvPr>
          <p:cNvSpPr txBox="1"/>
          <p:nvPr/>
        </p:nvSpPr>
        <p:spPr>
          <a:xfrm>
            <a:off x="0" y="0"/>
            <a:ext cx="9144000" cy="830997"/>
          </a:xfrm>
          <a:prstGeom prst="rect">
            <a:avLst/>
          </a:prstGeom>
          <a:noFill/>
        </p:spPr>
        <p:txBody>
          <a:bodyPr wrap="square" rtlCol="0">
            <a:spAutoFit/>
          </a:bodyPr>
          <a:lstStyle/>
          <a:p>
            <a:pPr algn="ctr"/>
            <a:r>
              <a:rPr lang="fr-FR" sz="4800" b="1" dirty="0">
                <a:solidFill>
                  <a:srgbClr val="9C7DCC"/>
                </a:solidFill>
                <a:latin typeface="Poppins" panose="00000500000000000000" pitchFamily="2" charset="0"/>
                <a:cs typeface="Poppins" panose="00000500000000000000" pitchFamily="2" charset="0"/>
              </a:rPr>
              <a:t>HỆ THỊ GIÁC</a:t>
            </a:r>
          </a:p>
        </p:txBody>
      </p:sp>
      <p:sp>
        <p:nvSpPr>
          <p:cNvPr id="4" name="ZoneTexte 3">
            <a:extLst>
              <a:ext uri="{FF2B5EF4-FFF2-40B4-BE49-F238E27FC236}">
                <a16:creationId xmlns:a16="http://schemas.microsoft.com/office/drawing/2014/main" id="{11AE43F3-E010-8E11-260C-16631D56D260}"/>
              </a:ext>
            </a:extLst>
          </p:cNvPr>
          <p:cNvSpPr txBox="1"/>
          <p:nvPr/>
        </p:nvSpPr>
        <p:spPr>
          <a:xfrm>
            <a:off x="2105636" y="830997"/>
            <a:ext cx="4940567" cy="830997"/>
          </a:xfrm>
          <a:prstGeom prst="rect">
            <a:avLst/>
          </a:prstGeom>
          <a:noFill/>
        </p:spPr>
        <p:txBody>
          <a:bodyPr wrap="square" rtlCol="0">
            <a:spAutoFit/>
          </a:bodyPr>
          <a:lstStyle/>
          <a:p>
            <a:pPr algn="ctr"/>
            <a:r>
              <a:rPr lang="en-US" sz="1200" dirty="0">
                <a:latin typeface="Poppins" panose="00000500000000000000" pitchFamily="2" charset="0"/>
                <a:cs typeface="Poppins" panose="00000500000000000000" pitchFamily="2" charset="0"/>
              </a:rPr>
              <a:t>Hệ thị giác thu nhận ánh sáng từ môi trường và chuyển thành tín hiệu điện, sau đó não diễn giải các tín hiệu này để tạo ra hình ảnh, giúp nhận biết màu sắc, hình dạng, chiều sâu và chuyển động.</a:t>
            </a:r>
            <a:endParaRPr lang="fr-FR" sz="1200" dirty="0">
              <a:latin typeface="Poppins" panose="00000500000000000000" pitchFamily="2" charset="0"/>
              <a:cs typeface="Poppins" panose="00000500000000000000" pitchFamily="2" charset="0"/>
            </a:endParaRPr>
          </a:p>
        </p:txBody>
      </p:sp>
      <p:pic>
        <p:nvPicPr>
          <p:cNvPr id="5" name="Graphique 4">
            <a:extLst>
              <a:ext uri="{FF2B5EF4-FFF2-40B4-BE49-F238E27FC236}">
                <a16:creationId xmlns:a16="http://schemas.microsoft.com/office/drawing/2014/main" id="{1917E866-12E2-E440-4FAB-D8DDF66AE5FD}"/>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l="14843" r="11820"/>
          <a:stretch/>
        </p:blipFill>
        <p:spPr>
          <a:xfrm>
            <a:off x="3004342" y="2190501"/>
            <a:ext cx="3135316" cy="3021085"/>
          </a:xfrm>
          <a:prstGeom prst="rect">
            <a:avLst/>
          </a:prstGeom>
        </p:spPr>
      </p:pic>
      <p:sp>
        <p:nvSpPr>
          <p:cNvPr id="6" name="Nuage 5">
            <a:extLst>
              <a:ext uri="{FF2B5EF4-FFF2-40B4-BE49-F238E27FC236}">
                <a16:creationId xmlns:a16="http://schemas.microsoft.com/office/drawing/2014/main" id="{85FEC2D6-FDF8-C2BE-8C45-E5E370129F54}"/>
              </a:ext>
            </a:extLst>
          </p:cNvPr>
          <p:cNvSpPr/>
          <p:nvPr/>
        </p:nvSpPr>
        <p:spPr>
          <a:xfrm>
            <a:off x="7008460" y="218791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GIÁC MẠC</a:t>
            </a:r>
          </a:p>
        </p:txBody>
      </p:sp>
      <p:cxnSp>
        <p:nvCxnSpPr>
          <p:cNvPr id="8" name="Connecteur droit 7">
            <a:extLst>
              <a:ext uri="{FF2B5EF4-FFF2-40B4-BE49-F238E27FC236}">
                <a16:creationId xmlns:a16="http://schemas.microsoft.com/office/drawing/2014/main" id="{A1A1EFEA-240B-6172-DE4A-F4682E0920B5}"/>
              </a:ext>
            </a:extLst>
          </p:cNvPr>
          <p:cNvCxnSpPr>
            <a:cxnSpLocks/>
            <a:endCxn id="6" idx="2"/>
          </p:cNvCxnSpPr>
          <p:nvPr/>
        </p:nvCxnSpPr>
        <p:spPr>
          <a:xfrm>
            <a:off x="6342077" y="2506698"/>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 name="Nuage 6">
            <a:extLst>
              <a:ext uri="{FF2B5EF4-FFF2-40B4-BE49-F238E27FC236}">
                <a16:creationId xmlns:a16="http://schemas.microsoft.com/office/drawing/2014/main" id="{91AF73B8-4A93-0DA1-002F-94AA0E77300F}"/>
              </a:ext>
            </a:extLst>
          </p:cNvPr>
          <p:cNvSpPr/>
          <p:nvPr/>
        </p:nvSpPr>
        <p:spPr>
          <a:xfrm>
            <a:off x="7008460" y="2833870"/>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MỐNG MẮT</a:t>
            </a:r>
          </a:p>
        </p:txBody>
      </p:sp>
      <p:cxnSp>
        <p:nvCxnSpPr>
          <p:cNvPr id="9" name="Connecteur droit 8">
            <a:extLst>
              <a:ext uri="{FF2B5EF4-FFF2-40B4-BE49-F238E27FC236}">
                <a16:creationId xmlns:a16="http://schemas.microsoft.com/office/drawing/2014/main" id="{2672CEA5-B97D-55B6-E8DF-D13BC18FD03E}"/>
              </a:ext>
            </a:extLst>
          </p:cNvPr>
          <p:cNvCxnSpPr>
            <a:cxnSpLocks/>
          </p:cNvCxnSpPr>
          <p:nvPr/>
        </p:nvCxnSpPr>
        <p:spPr>
          <a:xfrm>
            <a:off x="5608418" y="3349793"/>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17" name="Connecteur droit 16">
            <a:extLst>
              <a:ext uri="{FF2B5EF4-FFF2-40B4-BE49-F238E27FC236}">
                <a16:creationId xmlns:a16="http://schemas.microsoft.com/office/drawing/2014/main" id="{F6EA4945-2695-2AAE-1C90-92E85C66CBC2}"/>
              </a:ext>
            </a:extLst>
          </p:cNvPr>
          <p:cNvCxnSpPr>
            <a:cxnSpLocks/>
          </p:cNvCxnSpPr>
          <p:nvPr/>
        </p:nvCxnSpPr>
        <p:spPr>
          <a:xfrm flipV="1">
            <a:off x="5728925" y="2500892"/>
            <a:ext cx="615143" cy="74790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19" name="Nuage 18">
            <a:extLst>
              <a:ext uri="{FF2B5EF4-FFF2-40B4-BE49-F238E27FC236}">
                <a16:creationId xmlns:a16="http://schemas.microsoft.com/office/drawing/2014/main" id="{3D118DAE-6734-3B59-B89F-5DF0FA1E7576}"/>
              </a:ext>
            </a:extLst>
          </p:cNvPr>
          <p:cNvSpPr/>
          <p:nvPr/>
        </p:nvSpPr>
        <p:spPr>
          <a:xfrm>
            <a:off x="7008460" y="349530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ĐỒNG TỬ</a:t>
            </a:r>
          </a:p>
        </p:txBody>
      </p:sp>
      <p:cxnSp>
        <p:nvCxnSpPr>
          <p:cNvPr id="24" name="Connecteur droit 23">
            <a:extLst>
              <a:ext uri="{FF2B5EF4-FFF2-40B4-BE49-F238E27FC236}">
                <a16:creationId xmlns:a16="http://schemas.microsoft.com/office/drawing/2014/main" id="{3E4E2DEE-EFD6-896E-3B20-2F20FDE0039A}"/>
              </a:ext>
            </a:extLst>
          </p:cNvPr>
          <p:cNvCxnSpPr>
            <a:cxnSpLocks/>
          </p:cNvCxnSpPr>
          <p:nvPr/>
        </p:nvCxnSpPr>
        <p:spPr>
          <a:xfrm>
            <a:off x="5608418" y="3746971"/>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5" name="Nuage 24">
            <a:extLst>
              <a:ext uri="{FF2B5EF4-FFF2-40B4-BE49-F238E27FC236}">
                <a16:creationId xmlns:a16="http://schemas.microsoft.com/office/drawing/2014/main" id="{321EA73F-7031-2030-2605-3394F01D3A99}"/>
              </a:ext>
            </a:extLst>
          </p:cNvPr>
          <p:cNvSpPr/>
          <p:nvPr/>
        </p:nvSpPr>
        <p:spPr>
          <a:xfrm>
            <a:off x="6996468" y="41966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THỦY TINH THỂ</a:t>
            </a:r>
          </a:p>
        </p:txBody>
      </p:sp>
      <p:cxnSp>
        <p:nvCxnSpPr>
          <p:cNvPr id="26" name="Connecteur droit 25">
            <a:extLst>
              <a:ext uri="{FF2B5EF4-FFF2-40B4-BE49-F238E27FC236}">
                <a16:creationId xmlns:a16="http://schemas.microsoft.com/office/drawing/2014/main" id="{2FB02829-5835-F231-38CE-F5933F3A3537}"/>
              </a:ext>
            </a:extLst>
          </p:cNvPr>
          <p:cNvCxnSpPr>
            <a:cxnSpLocks/>
            <a:endCxn id="25" idx="2"/>
          </p:cNvCxnSpPr>
          <p:nvPr/>
        </p:nvCxnSpPr>
        <p:spPr>
          <a:xfrm>
            <a:off x="6330085" y="451546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27" name="Connecteur droit 26">
            <a:extLst>
              <a:ext uri="{FF2B5EF4-FFF2-40B4-BE49-F238E27FC236}">
                <a16:creationId xmlns:a16="http://schemas.microsoft.com/office/drawing/2014/main" id="{74C97B34-0996-C89D-A98E-067B87A8F70C}"/>
              </a:ext>
            </a:extLst>
          </p:cNvPr>
          <p:cNvCxnSpPr>
            <a:cxnSpLocks/>
          </p:cNvCxnSpPr>
          <p:nvPr/>
        </p:nvCxnSpPr>
        <p:spPr>
          <a:xfrm>
            <a:off x="5444455" y="3965896"/>
            <a:ext cx="896010" cy="55214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9" name="Nuage 28">
            <a:extLst>
              <a:ext uri="{FF2B5EF4-FFF2-40B4-BE49-F238E27FC236}">
                <a16:creationId xmlns:a16="http://schemas.microsoft.com/office/drawing/2014/main" id="{F6DC3864-2992-60C7-7F47-C3B85EAF1C7F}"/>
              </a:ext>
            </a:extLst>
          </p:cNvPr>
          <p:cNvSpPr/>
          <p:nvPr/>
        </p:nvSpPr>
        <p:spPr>
          <a:xfrm>
            <a:off x="1144505" y="43490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CỦNG MẠC</a:t>
            </a:r>
          </a:p>
        </p:txBody>
      </p:sp>
      <p:cxnSp>
        <p:nvCxnSpPr>
          <p:cNvPr id="30" name="Connecteur droit 29">
            <a:extLst>
              <a:ext uri="{FF2B5EF4-FFF2-40B4-BE49-F238E27FC236}">
                <a16:creationId xmlns:a16="http://schemas.microsoft.com/office/drawing/2014/main" id="{6B18A793-4FCA-ECA6-92C4-83AEB0422DB7}"/>
              </a:ext>
            </a:extLst>
          </p:cNvPr>
          <p:cNvCxnSpPr>
            <a:cxnSpLocks/>
          </p:cNvCxnSpPr>
          <p:nvPr/>
        </p:nvCxnSpPr>
        <p:spPr>
          <a:xfrm>
            <a:off x="2417690" y="4672057"/>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1" name="Connecteur droit 30">
            <a:extLst>
              <a:ext uri="{FF2B5EF4-FFF2-40B4-BE49-F238E27FC236}">
                <a16:creationId xmlns:a16="http://schemas.microsoft.com/office/drawing/2014/main" id="{B009563E-C94E-1F22-8D3A-530066037C4A}"/>
              </a:ext>
            </a:extLst>
          </p:cNvPr>
          <p:cNvCxnSpPr>
            <a:cxnSpLocks/>
          </p:cNvCxnSpPr>
          <p:nvPr/>
        </p:nvCxnSpPr>
        <p:spPr>
          <a:xfrm flipV="1">
            <a:off x="3082034" y="4357470"/>
            <a:ext cx="739415" cy="3229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4" name="Nuage 33">
            <a:extLst>
              <a:ext uri="{FF2B5EF4-FFF2-40B4-BE49-F238E27FC236}">
                <a16:creationId xmlns:a16="http://schemas.microsoft.com/office/drawing/2014/main" id="{27671222-3755-53D1-95B4-7D6536757A3C}"/>
              </a:ext>
            </a:extLst>
          </p:cNvPr>
          <p:cNvSpPr/>
          <p:nvPr/>
        </p:nvSpPr>
        <p:spPr>
          <a:xfrm>
            <a:off x="1140524" y="5030745"/>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MẠCH MẠC</a:t>
            </a:r>
          </a:p>
        </p:txBody>
      </p:sp>
      <p:cxnSp>
        <p:nvCxnSpPr>
          <p:cNvPr id="35" name="Connecteur droit 34">
            <a:extLst>
              <a:ext uri="{FF2B5EF4-FFF2-40B4-BE49-F238E27FC236}">
                <a16:creationId xmlns:a16="http://schemas.microsoft.com/office/drawing/2014/main" id="{550AB126-E6A9-3AD7-6D43-27A598AA7F83}"/>
              </a:ext>
            </a:extLst>
          </p:cNvPr>
          <p:cNvCxnSpPr>
            <a:cxnSpLocks/>
          </p:cNvCxnSpPr>
          <p:nvPr/>
        </p:nvCxnSpPr>
        <p:spPr>
          <a:xfrm>
            <a:off x="2420059" y="535372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6" name="Connecteur droit 35">
            <a:extLst>
              <a:ext uri="{FF2B5EF4-FFF2-40B4-BE49-F238E27FC236}">
                <a16:creationId xmlns:a16="http://schemas.microsoft.com/office/drawing/2014/main" id="{58EE6D29-D922-97A0-A30D-B2E3EF149D4D}"/>
              </a:ext>
            </a:extLst>
          </p:cNvPr>
          <p:cNvCxnSpPr>
            <a:cxnSpLocks/>
          </p:cNvCxnSpPr>
          <p:nvPr/>
        </p:nvCxnSpPr>
        <p:spPr>
          <a:xfrm flipV="1">
            <a:off x="3080043" y="4306757"/>
            <a:ext cx="992676" cy="1046964"/>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9" name="Nuage 38">
            <a:extLst>
              <a:ext uri="{FF2B5EF4-FFF2-40B4-BE49-F238E27FC236}">
                <a16:creationId xmlns:a16="http://schemas.microsoft.com/office/drawing/2014/main" id="{1328C96F-2A4C-E63E-597D-A0CE43B0BFBB}"/>
              </a:ext>
            </a:extLst>
          </p:cNvPr>
          <p:cNvSpPr/>
          <p:nvPr/>
        </p:nvSpPr>
        <p:spPr>
          <a:xfrm>
            <a:off x="1107888" y="573365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VÕNG MẠC</a:t>
            </a:r>
          </a:p>
        </p:txBody>
      </p:sp>
      <p:cxnSp>
        <p:nvCxnSpPr>
          <p:cNvPr id="40" name="Connecteur droit 39">
            <a:extLst>
              <a:ext uri="{FF2B5EF4-FFF2-40B4-BE49-F238E27FC236}">
                <a16:creationId xmlns:a16="http://schemas.microsoft.com/office/drawing/2014/main" id="{39269874-1E0D-633F-7761-82EA1547D431}"/>
              </a:ext>
            </a:extLst>
          </p:cNvPr>
          <p:cNvCxnSpPr>
            <a:cxnSpLocks/>
          </p:cNvCxnSpPr>
          <p:nvPr/>
        </p:nvCxnSpPr>
        <p:spPr>
          <a:xfrm>
            <a:off x="2387423" y="605663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1" name="Connecteur droit 40">
            <a:extLst>
              <a:ext uri="{FF2B5EF4-FFF2-40B4-BE49-F238E27FC236}">
                <a16:creationId xmlns:a16="http://schemas.microsoft.com/office/drawing/2014/main" id="{6D685361-E585-BEF2-66AC-A5D06F1C5F45}"/>
              </a:ext>
            </a:extLst>
          </p:cNvPr>
          <p:cNvCxnSpPr>
            <a:cxnSpLocks/>
          </p:cNvCxnSpPr>
          <p:nvPr/>
        </p:nvCxnSpPr>
        <p:spPr>
          <a:xfrm flipV="1">
            <a:off x="3064368" y="4118059"/>
            <a:ext cx="1437782" cy="1938575"/>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4" name="Nuage 43">
            <a:extLst>
              <a:ext uri="{FF2B5EF4-FFF2-40B4-BE49-F238E27FC236}">
                <a16:creationId xmlns:a16="http://schemas.microsoft.com/office/drawing/2014/main" id="{DC21E8FB-38D6-02F9-DD1F-BA846A0AB5B8}"/>
              </a:ext>
            </a:extLst>
          </p:cNvPr>
          <p:cNvSpPr/>
          <p:nvPr/>
        </p:nvSpPr>
        <p:spPr>
          <a:xfrm>
            <a:off x="1093385" y="3615474"/>
            <a:ext cx="1342779" cy="70085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b="1" dirty="0">
                <a:latin typeface="Poppins" panose="00000500000000000000" pitchFamily="2" charset="0"/>
                <a:cs typeface="Poppins" panose="00000500000000000000" pitchFamily="2" charset="0"/>
              </a:rPr>
              <a:t>MẠCH MÁU VÕNG MẠC</a:t>
            </a:r>
          </a:p>
        </p:txBody>
      </p:sp>
      <p:cxnSp>
        <p:nvCxnSpPr>
          <p:cNvPr id="45" name="Connecteur droit 44">
            <a:extLst>
              <a:ext uri="{FF2B5EF4-FFF2-40B4-BE49-F238E27FC236}">
                <a16:creationId xmlns:a16="http://schemas.microsoft.com/office/drawing/2014/main" id="{45821FEA-56F2-6C82-E662-CBF059FD4F01}"/>
              </a:ext>
            </a:extLst>
          </p:cNvPr>
          <p:cNvCxnSpPr>
            <a:cxnSpLocks/>
          </p:cNvCxnSpPr>
          <p:nvPr/>
        </p:nvCxnSpPr>
        <p:spPr>
          <a:xfrm>
            <a:off x="2398627" y="3993357"/>
            <a:ext cx="906339"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7" name="Nuage 46">
            <a:extLst>
              <a:ext uri="{FF2B5EF4-FFF2-40B4-BE49-F238E27FC236}">
                <a16:creationId xmlns:a16="http://schemas.microsoft.com/office/drawing/2014/main" id="{E59D6E7C-4073-4CBF-A90D-18CDAC7ED715}"/>
              </a:ext>
            </a:extLst>
          </p:cNvPr>
          <p:cNvSpPr/>
          <p:nvPr/>
        </p:nvSpPr>
        <p:spPr>
          <a:xfrm>
            <a:off x="1140524" y="2936774"/>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00" b="1" dirty="0">
                <a:latin typeface="Poppins" panose="00000500000000000000" pitchFamily="2" charset="0"/>
                <a:cs typeface="Poppins" panose="00000500000000000000" pitchFamily="2" charset="0"/>
              </a:rPr>
              <a:t>DÂY THẦN KINH THỊ GIÁC</a:t>
            </a:r>
          </a:p>
        </p:txBody>
      </p:sp>
      <p:cxnSp>
        <p:nvCxnSpPr>
          <p:cNvPr id="48" name="Connecteur droit 47">
            <a:extLst>
              <a:ext uri="{FF2B5EF4-FFF2-40B4-BE49-F238E27FC236}">
                <a16:creationId xmlns:a16="http://schemas.microsoft.com/office/drawing/2014/main" id="{8AD53327-6FC7-58EC-E93F-0B1D0B0FCD19}"/>
              </a:ext>
            </a:extLst>
          </p:cNvPr>
          <p:cNvCxnSpPr>
            <a:cxnSpLocks/>
          </p:cNvCxnSpPr>
          <p:nvPr/>
        </p:nvCxnSpPr>
        <p:spPr>
          <a:xfrm>
            <a:off x="2420059" y="3259750"/>
            <a:ext cx="617662" cy="110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Connecteur droit 48">
            <a:extLst>
              <a:ext uri="{FF2B5EF4-FFF2-40B4-BE49-F238E27FC236}">
                <a16:creationId xmlns:a16="http://schemas.microsoft.com/office/drawing/2014/main" id="{621BCD58-04C4-76AE-C132-EEE3F95EB95D}"/>
              </a:ext>
            </a:extLst>
          </p:cNvPr>
          <p:cNvCxnSpPr>
            <a:cxnSpLocks/>
          </p:cNvCxnSpPr>
          <p:nvPr/>
        </p:nvCxnSpPr>
        <p:spPr>
          <a:xfrm>
            <a:off x="3021418" y="3269719"/>
            <a:ext cx="635610" cy="60313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51" name="Nuage 50">
            <a:extLst>
              <a:ext uri="{FF2B5EF4-FFF2-40B4-BE49-F238E27FC236}">
                <a16:creationId xmlns:a16="http://schemas.microsoft.com/office/drawing/2014/main" id="{FB233FAD-14A5-683B-5B24-B1353E2F2F91}"/>
              </a:ext>
            </a:extLst>
          </p:cNvPr>
          <p:cNvSpPr/>
          <p:nvPr/>
        </p:nvSpPr>
        <p:spPr>
          <a:xfrm>
            <a:off x="1107888" y="2234391"/>
            <a:ext cx="1329849" cy="64908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HOÀNG ĐIỂM</a:t>
            </a:r>
          </a:p>
        </p:txBody>
      </p:sp>
      <p:cxnSp>
        <p:nvCxnSpPr>
          <p:cNvPr id="52" name="Connecteur droit 51">
            <a:extLst>
              <a:ext uri="{FF2B5EF4-FFF2-40B4-BE49-F238E27FC236}">
                <a16:creationId xmlns:a16="http://schemas.microsoft.com/office/drawing/2014/main" id="{03CC4954-05FD-B12C-95EC-67EE7E3D93EE}"/>
              </a:ext>
            </a:extLst>
          </p:cNvPr>
          <p:cNvCxnSpPr>
            <a:cxnSpLocks/>
          </p:cNvCxnSpPr>
          <p:nvPr/>
        </p:nvCxnSpPr>
        <p:spPr>
          <a:xfrm>
            <a:off x="2344856" y="256050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53" name="Connecteur droit 52">
            <a:extLst>
              <a:ext uri="{FF2B5EF4-FFF2-40B4-BE49-F238E27FC236}">
                <a16:creationId xmlns:a16="http://schemas.microsoft.com/office/drawing/2014/main" id="{F560EA38-2F19-ADF4-A428-1ADE64C1B89C}"/>
              </a:ext>
            </a:extLst>
          </p:cNvPr>
          <p:cNvCxnSpPr>
            <a:cxnSpLocks/>
          </p:cNvCxnSpPr>
          <p:nvPr/>
        </p:nvCxnSpPr>
        <p:spPr>
          <a:xfrm>
            <a:off x="3019098" y="2558935"/>
            <a:ext cx="695941" cy="111267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65" name="Nuage 64">
            <a:extLst>
              <a:ext uri="{FF2B5EF4-FFF2-40B4-BE49-F238E27FC236}">
                <a16:creationId xmlns:a16="http://schemas.microsoft.com/office/drawing/2014/main" id="{C82A0E73-2006-02F5-26A9-181A666DAA19}"/>
              </a:ext>
            </a:extLst>
          </p:cNvPr>
          <p:cNvSpPr/>
          <p:nvPr/>
        </p:nvSpPr>
        <p:spPr>
          <a:xfrm>
            <a:off x="1029372" y="1536626"/>
            <a:ext cx="1362032"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DỊCH KÍNH</a:t>
            </a:r>
          </a:p>
        </p:txBody>
      </p:sp>
      <p:cxnSp>
        <p:nvCxnSpPr>
          <p:cNvPr id="66" name="Connecteur droit 65">
            <a:extLst>
              <a:ext uri="{FF2B5EF4-FFF2-40B4-BE49-F238E27FC236}">
                <a16:creationId xmlns:a16="http://schemas.microsoft.com/office/drawing/2014/main" id="{7A2281C1-7A9E-4230-852B-460E55D4B4E8}"/>
              </a:ext>
            </a:extLst>
          </p:cNvPr>
          <p:cNvCxnSpPr>
            <a:cxnSpLocks/>
          </p:cNvCxnSpPr>
          <p:nvPr/>
        </p:nvCxnSpPr>
        <p:spPr>
          <a:xfrm>
            <a:off x="2387423" y="1859602"/>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67" name="Connecteur droit 66">
            <a:extLst>
              <a:ext uri="{FF2B5EF4-FFF2-40B4-BE49-F238E27FC236}">
                <a16:creationId xmlns:a16="http://schemas.microsoft.com/office/drawing/2014/main" id="{E692012F-C1A5-9F2D-7FB2-A6F87BD01416}"/>
              </a:ext>
            </a:extLst>
          </p:cNvPr>
          <p:cNvCxnSpPr>
            <a:cxnSpLocks/>
          </p:cNvCxnSpPr>
          <p:nvPr/>
        </p:nvCxnSpPr>
        <p:spPr>
          <a:xfrm>
            <a:off x="3064368" y="1863798"/>
            <a:ext cx="1104154" cy="115960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4" name="Nuage 73">
            <a:extLst>
              <a:ext uri="{FF2B5EF4-FFF2-40B4-BE49-F238E27FC236}">
                <a16:creationId xmlns:a16="http://schemas.microsoft.com/office/drawing/2014/main" id="{05E94107-783D-765F-03A6-6CCC760F9566}"/>
              </a:ext>
            </a:extLst>
          </p:cNvPr>
          <p:cNvSpPr/>
          <p:nvPr/>
        </p:nvSpPr>
        <p:spPr>
          <a:xfrm>
            <a:off x="7034727" y="1510858"/>
            <a:ext cx="1652940"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ỐNG SCHLEMM</a:t>
            </a:r>
          </a:p>
        </p:txBody>
      </p:sp>
      <p:cxnSp>
        <p:nvCxnSpPr>
          <p:cNvPr id="75" name="Connecteur droit 74">
            <a:extLst>
              <a:ext uri="{FF2B5EF4-FFF2-40B4-BE49-F238E27FC236}">
                <a16:creationId xmlns:a16="http://schemas.microsoft.com/office/drawing/2014/main" id="{8122097E-A97A-000C-75D5-1C66FD34E1A9}"/>
              </a:ext>
            </a:extLst>
          </p:cNvPr>
          <p:cNvCxnSpPr>
            <a:cxnSpLocks/>
          </p:cNvCxnSpPr>
          <p:nvPr/>
        </p:nvCxnSpPr>
        <p:spPr>
          <a:xfrm>
            <a:off x="6374694" y="1829638"/>
            <a:ext cx="671510"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76" name="Connecteur droit 75">
            <a:extLst>
              <a:ext uri="{FF2B5EF4-FFF2-40B4-BE49-F238E27FC236}">
                <a16:creationId xmlns:a16="http://schemas.microsoft.com/office/drawing/2014/main" id="{AA67CBE6-0066-8A15-2326-AB4C8FC47633}"/>
              </a:ext>
            </a:extLst>
          </p:cNvPr>
          <p:cNvCxnSpPr>
            <a:cxnSpLocks/>
          </p:cNvCxnSpPr>
          <p:nvPr/>
        </p:nvCxnSpPr>
        <p:spPr>
          <a:xfrm flipV="1">
            <a:off x="5543550" y="1825871"/>
            <a:ext cx="828824" cy="128572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286065243"/>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57</TotalTime>
  <Words>59</Words>
  <Application>Microsoft Office PowerPoint</Application>
  <PresentationFormat>Affichage à l'écran (4:3)</PresentationFormat>
  <Paragraphs>14</Paragraphs>
  <Slides>1</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vt:i4>
      </vt:variant>
    </vt:vector>
  </HeadingPairs>
  <TitlesOfParts>
    <vt:vector size="6" baseType="lpstr">
      <vt:lpstr>Arial</vt:lpstr>
      <vt:lpstr>Calibri</vt:lpstr>
      <vt:lpstr>Calibri Light</vt:lpstr>
      <vt:lpstr>Poppins</vt:lpstr>
      <vt:lpstr>Thème Office</vt:lpstr>
      <vt:lpstr>Présentation PowerPoint</vt:lpstr>
    </vt:vector>
  </TitlesOfParts>
  <Company>SERVIER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ROTA HUGO SI</dc:creator>
  <cp:lastModifiedBy>ROTA HUGO SI</cp:lastModifiedBy>
  <cp:revision>2</cp:revision>
  <dcterms:created xsi:type="dcterms:W3CDTF">2024-05-16T14:55:27Z</dcterms:created>
  <dcterms:modified xsi:type="dcterms:W3CDTF">2024-07-03T14:03:37Z</dcterms:modified>
</cp:coreProperties>
</file>