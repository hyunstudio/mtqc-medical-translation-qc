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>
                <a:solidFill>
                  <a:srgbClr val="9C7DC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ЗРИТЕЛЬНАЯ СИСТЕМА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Poppins" panose="00000500000000000000" pitchFamily="2" charset="0"/>
                <a:cs typeface="Poppins" panose="00000500000000000000" pitchFamily="2" charset="0"/>
              </a:rPr>
              <a:t>Зрительная система воспринимает свет из окружающей среды и преобразует его в электрические сигналы, которые затем обрабатываются мозгом с формированием изображений, позволяя воспринимать цвет, форму, глубину и движение.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РОГОВИЦА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РАДУЖНАЯ ОБОЛОЧКА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ЗРАЧОК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ХРУСТАЛИК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СКЛЕРА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СОСУДИСТАЯ ОБОЛОЧКА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СЕТЧАТКА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КРОВЕНОСНЫЕ СОСУДЫ СЕТЧАТКИ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ЗРИТЕЛЬНЫЙ НЕРВ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ЖЁЛТОЕ ПЯТНО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СТЕКЛОВИДНОЕ ТЕЛО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ШЛЕММОВ КАНАЛ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