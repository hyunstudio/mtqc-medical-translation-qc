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7DCC"/>
    <a:srgbClr val="47BF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CCA95A-6217-44AF-8279-DB38BFB5EAD6}" v="26" dt="2024-07-03T13:57:56.5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2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TA HUGO SI" userId="f084d78e-b525-4b91-8087-634c06aecf4c" providerId="ADAL" clId="{FFCCA95A-6217-44AF-8279-DB38BFB5EAD6}"/>
    <pc:docChg chg="undo custSel modSld">
      <pc:chgData name="ROTA HUGO SI" userId="f084d78e-b525-4b91-8087-634c06aecf4c" providerId="ADAL" clId="{FFCCA95A-6217-44AF-8279-DB38BFB5EAD6}" dt="2024-07-03T14:03:30.636" v="565" actId="14100"/>
      <pc:docMkLst>
        <pc:docMk/>
      </pc:docMkLst>
      <pc:sldChg chg="addSp delSp modSp mod">
        <pc:chgData name="ROTA HUGO SI" userId="f084d78e-b525-4b91-8087-634c06aecf4c" providerId="ADAL" clId="{FFCCA95A-6217-44AF-8279-DB38BFB5EAD6}" dt="2024-07-03T14:03:30.636" v="565" actId="14100"/>
        <pc:sldMkLst>
          <pc:docMk/>
          <pc:sldMk cId="286065243" sldId="256"/>
        </pc:sldMkLst>
        <pc:spChg chg="add mod">
          <ac:chgData name="ROTA HUGO SI" userId="f084d78e-b525-4b91-8087-634c06aecf4c" providerId="ADAL" clId="{FFCCA95A-6217-44AF-8279-DB38BFB5EAD6}" dt="2024-07-03T13:20:25.451" v="85" actId="1076"/>
          <ac:spMkLst>
            <pc:docMk/>
            <pc:sldMk cId="286065243" sldId="256"/>
            <ac:spMk id="2" creationId="{E75B43A1-8959-0F7A-A696-6999D14AF92E}"/>
          </ac:spMkLst>
        </pc:spChg>
        <pc:spChg chg="add mod">
          <ac:chgData name="ROTA HUGO SI" userId="f084d78e-b525-4b91-8087-634c06aecf4c" providerId="ADAL" clId="{FFCCA95A-6217-44AF-8279-DB38BFB5EAD6}" dt="2024-07-03T13:58:37.881" v="429" actId="1076"/>
          <ac:spMkLst>
            <pc:docMk/>
            <pc:sldMk cId="286065243" sldId="256"/>
            <ac:spMk id="3" creationId="{21082E92-68E4-7BC2-ED8D-83E1473D11D4}"/>
          </ac:spMkLst>
        </pc:spChg>
        <pc:spChg chg="add mod">
          <ac:chgData name="ROTA HUGO SI" userId="f084d78e-b525-4b91-8087-634c06aecf4c" providerId="ADAL" clId="{FFCCA95A-6217-44AF-8279-DB38BFB5EAD6}" dt="2024-07-03T14:03:30.636" v="565" actId="14100"/>
          <ac:spMkLst>
            <pc:docMk/>
            <pc:sldMk cId="286065243" sldId="256"/>
            <ac:spMk id="4" creationId="{11AE43F3-E010-8E11-260C-16631D56D260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6" creationId="{85FEC2D6-FDF8-C2BE-8C45-E5E370129F54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7" creationId="{91AF73B8-4A93-0DA1-002F-94AA0E77300F}"/>
          </ac:spMkLst>
        </pc:spChg>
        <pc:spChg chg="add del mod">
          <ac:chgData name="ROTA HUGO SI" userId="f084d78e-b525-4b91-8087-634c06aecf4c" providerId="ADAL" clId="{FFCCA95A-6217-44AF-8279-DB38BFB5EAD6}" dt="2024-07-03T13:38:30.007" v="106"/>
          <ac:spMkLst>
            <pc:docMk/>
            <pc:sldMk cId="286065243" sldId="256"/>
            <ac:spMk id="15" creationId="{DAF895CB-E580-BD56-40F6-3BB61875734A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19" creationId="{3D118DAE-6734-3B59-B89F-5DF0FA1E7576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25" creationId="{321EA73F-7031-2030-2605-3394F01D3A99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29" creationId="{F6DC3864-2992-60C7-7F47-C3B85EAF1C7F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34" creationId="{27671222-3755-53D1-95B4-7D6536757A3C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39" creationId="{1328C96F-2A4C-E63E-597D-A0CE43B0BFBB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44" creationId="{DC21E8FB-38D6-02F9-DD1F-BA846A0AB5B8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47" creationId="{E59D6E7C-4073-4CBF-A90D-18CDAC7ED715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51" creationId="{FB233FAD-14A5-683B-5B24-B1353E2F2F91}"/>
          </ac:spMkLst>
        </pc:spChg>
        <pc:spChg chg="add del mod">
          <ac:chgData name="ROTA HUGO SI" userId="f084d78e-b525-4b91-8087-634c06aecf4c" providerId="ADAL" clId="{FFCCA95A-6217-44AF-8279-DB38BFB5EAD6}" dt="2024-07-03T13:51:55.997" v="307"/>
          <ac:spMkLst>
            <pc:docMk/>
            <pc:sldMk cId="286065243" sldId="256"/>
            <ac:spMk id="62" creationId="{1F85F996-2414-BD5B-944C-B121563C32B3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65" creationId="{C82A0E73-2006-02F5-26A9-181A666DAA19}"/>
          </ac:spMkLst>
        </pc:spChg>
        <pc:spChg chg="add del mod">
          <ac:chgData name="ROTA HUGO SI" userId="f084d78e-b525-4b91-8087-634c06aecf4c" providerId="ADAL" clId="{FFCCA95A-6217-44AF-8279-DB38BFB5EAD6}" dt="2024-07-03T13:53:48.869" v="363"/>
          <ac:spMkLst>
            <pc:docMk/>
            <pc:sldMk cId="286065243" sldId="256"/>
            <ac:spMk id="71" creationId="{7F30CBA5-9221-CD41-4712-99073C02D224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74" creationId="{05E94107-783D-765F-03A6-6CCC760F9566}"/>
          </ac:spMkLst>
        </pc:spChg>
        <pc:spChg chg="add del mod">
          <ac:chgData name="ROTA HUGO SI" userId="f084d78e-b525-4b91-8087-634c06aecf4c" providerId="ADAL" clId="{FFCCA95A-6217-44AF-8279-DB38BFB5EAD6}" dt="2024-07-03T13:57:56.590" v="396"/>
          <ac:spMkLst>
            <pc:docMk/>
            <pc:sldMk cId="286065243" sldId="256"/>
            <ac:spMk id="81" creationId="{E781E1D2-A0C9-429F-7DD8-80480150140F}"/>
          </ac:spMkLst>
        </pc:spChg>
        <pc:picChg chg="add mod">
          <ac:chgData name="ROTA HUGO SI" userId="f084d78e-b525-4b91-8087-634c06aecf4c" providerId="ADAL" clId="{FFCCA95A-6217-44AF-8279-DB38BFB5EAD6}" dt="2024-07-03T14:00:37.951" v="523" actId="1076"/>
          <ac:picMkLst>
            <pc:docMk/>
            <pc:sldMk cId="286065243" sldId="256"/>
            <ac:picMk id="5" creationId="{1917E866-12E2-E440-4FAB-D8DDF66AE5FD}"/>
          </ac:picMkLst>
        </pc:pic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8" creationId="{A1A1EFEA-240B-6172-DE4A-F4682E0920B5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9" creationId="{2672CEA5-B97D-55B6-E8DF-D13BC18FD03E}"/>
          </ac:cxnSpMkLst>
        </pc:cxnChg>
        <pc:cxnChg chg="add del mod">
          <ac:chgData name="ROTA HUGO SI" userId="f084d78e-b525-4b91-8087-634c06aecf4c" providerId="ADAL" clId="{FFCCA95A-6217-44AF-8279-DB38BFB5EAD6}" dt="2024-07-03T13:38:30.007" v="106"/>
          <ac:cxnSpMkLst>
            <pc:docMk/>
            <pc:sldMk cId="286065243" sldId="256"/>
            <ac:cxnSpMk id="16" creationId="{4408D6BC-C50E-48CD-774D-92CB06353270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17" creationId="{F6EA4945-2695-2AAE-1C90-92E85C66CBC2}"/>
          </ac:cxnSpMkLst>
        </pc:cxnChg>
        <pc:cxnChg chg="add del mod">
          <ac:chgData name="ROTA HUGO SI" userId="f084d78e-b525-4b91-8087-634c06aecf4c" providerId="ADAL" clId="{FFCCA95A-6217-44AF-8279-DB38BFB5EAD6}" dt="2024-07-03T13:39:49.026" v="118" actId="478"/>
          <ac:cxnSpMkLst>
            <pc:docMk/>
            <pc:sldMk cId="286065243" sldId="256"/>
            <ac:cxnSpMk id="20" creationId="{DC9FE56E-BBE7-7FC4-CA67-2148E3817685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4" creationId="{3E4E2DEE-EFD6-896E-3B20-2F20FDE0039A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6" creationId="{2FB02829-5835-F231-38CE-F5933F3A3537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7" creationId="{74C97B34-0996-C89D-A98E-067B87A8F70C}"/>
          </ac:cxnSpMkLst>
        </pc:cxnChg>
        <pc:cxnChg chg="add mod">
          <ac:chgData name="ROTA HUGO SI" userId="f084d78e-b525-4b91-8087-634c06aecf4c" providerId="ADAL" clId="{FFCCA95A-6217-44AF-8279-DB38BFB5EAD6}" dt="2024-07-03T14:00:23.864" v="520" actId="14100"/>
          <ac:cxnSpMkLst>
            <pc:docMk/>
            <pc:sldMk cId="286065243" sldId="256"/>
            <ac:cxnSpMk id="30" creationId="{6B18A793-4FCA-ECA6-92C4-83AEB0422DB7}"/>
          </ac:cxnSpMkLst>
        </pc:cxnChg>
        <pc:cxnChg chg="add mod">
          <ac:chgData name="ROTA HUGO SI" userId="f084d78e-b525-4b91-8087-634c06aecf4c" providerId="ADAL" clId="{FFCCA95A-6217-44AF-8279-DB38BFB5EAD6}" dt="2024-07-03T14:01:02.867" v="530" actId="1037"/>
          <ac:cxnSpMkLst>
            <pc:docMk/>
            <pc:sldMk cId="286065243" sldId="256"/>
            <ac:cxnSpMk id="31" creationId="{B009563E-C94E-1F22-8D3A-530066037C4A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35" creationId="{550AB126-E6A9-3AD7-6D43-27A598AA7F83}"/>
          </ac:cxnSpMkLst>
        </pc:cxnChg>
        <pc:cxnChg chg="add mod">
          <ac:chgData name="ROTA HUGO SI" userId="f084d78e-b525-4b91-8087-634c06aecf4c" providerId="ADAL" clId="{FFCCA95A-6217-44AF-8279-DB38BFB5EAD6}" dt="2024-07-03T14:01:08.602" v="531" actId="14100"/>
          <ac:cxnSpMkLst>
            <pc:docMk/>
            <pc:sldMk cId="286065243" sldId="256"/>
            <ac:cxnSpMk id="36" creationId="{58EE6D29-D922-97A0-A30D-B2E3EF149D4D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40" creationId="{39269874-1E0D-633F-7761-82EA1547D431}"/>
          </ac:cxnSpMkLst>
        </pc:cxnChg>
        <pc:cxnChg chg="add mod">
          <ac:chgData name="ROTA HUGO SI" userId="f084d78e-b525-4b91-8087-634c06aecf4c" providerId="ADAL" clId="{FFCCA95A-6217-44AF-8279-DB38BFB5EAD6}" dt="2024-07-03T14:01:15.627" v="532" actId="14100"/>
          <ac:cxnSpMkLst>
            <pc:docMk/>
            <pc:sldMk cId="286065243" sldId="256"/>
            <ac:cxnSpMk id="41" creationId="{6D685361-E585-BEF2-66AC-A5D06F1C5F45}"/>
          </ac:cxnSpMkLst>
        </pc:cxnChg>
        <pc:cxnChg chg="add mod">
          <ac:chgData name="ROTA HUGO SI" userId="f084d78e-b525-4b91-8087-634c06aecf4c" providerId="ADAL" clId="{FFCCA95A-6217-44AF-8279-DB38BFB5EAD6}" dt="2024-07-03T14:01:36.955" v="560" actId="14100"/>
          <ac:cxnSpMkLst>
            <pc:docMk/>
            <pc:sldMk cId="286065243" sldId="256"/>
            <ac:cxnSpMk id="45" creationId="{45821FEA-56F2-6C82-E662-CBF059FD4F01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48" creationId="{8AD53327-6FC7-58EC-E93F-0B1D0B0FCD19}"/>
          </ac:cxnSpMkLst>
        </pc:cxnChg>
        <pc:cxnChg chg="add mod">
          <ac:chgData name="ROTA HUGO SI" userId="f084d78e-b525-4b91-8087-634c06aecf4c" providerId="ADAL" clId="{FFCCA95A-6217-44AF-8279-DB38BFB5EAD6}" dt="2024-07-03T14:00:36.017" v="521" actId="14100"/>
          <ac:cxnSpMkLst>
            <pc:docMk/>
            <pc:sldMk cId="286065243" sldId="256"/>
            <ac:cxnSpMk id="49" creationId="{621BCD58-04C4-76AE-C132-EEE3F95EB95D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52" creationId="{03CC4954-05FD-B12C-95EC-67EE7E3D93EE}"/>
          </ac:cxnSpMkLst>
        </pc:cxnChg>
        <pc:cxnChg chg="add mod">
          <ac:chgData name="ROTA HUGO SI" userId="f084d78e-b525-4b91-8087-634c06aecf4c" providerId="ADAL" clId="{FFCCA95A-6217-44AF-8279-DB38BFB5EAD6}" dt="2024-07-03T14:00:51.835" v="527" actId="14100"/>
          <ac:cxnSpMkLst>
            <pc:docMk/>
            <pc:sldMk cId="286065243" sldId="256"/>
            <ac:cxnSpMk id="53" creationId="{F560EA38-2F19-ADF4-A428-1ADE64C1B89C}"/>
          </ac:cxnSpMkLst>
        </pc:cxnChg>
        <pc:cxnChg chg="add del mod">
          <ac:chgData name="ROTA HUGO SI" userId="f084d78e-b525-4b91-8087-634c06aecf4c" providerId="ADAL" clId="{FFCCA95A-6217-44AF-8279-DB38BFB5EAD6}" dt="2024-07-03T13:51:55.997" v="307"/>
          <ac:cxnSpMkLst>
            <pc:docMk/>
            <pc:sldMk cId="286065243" sldId="256"/>
            <ac:cxnSpMk id="63" creationId="{93A7B347-80EB-C3E3-1168-3EE2A1E4A0C8}"/>
          </ac:cxnSpMkLst>
        </pc:cxnChg>
        <pc:cxnChg chg="add del mod">
          <ac:chgData name="ROTA HUGO SI" userId="f084d78e-b525-4b91-8087-634c06aecf4c" providerId="ADAL" clId="{FFCCA95A-6217-44AF-8279-DB38BFB5EAD6}" dt="2024-07-03T13:51:55.997" v="307"/>
          <ac:cxnSpMkLst>
            <pc:docMk/>
            <pc:sldMk cId="286065243" sldId="256"/>
            <ac:cxnSpMk id="64" creationId="{6A2C0F77-2367-6A19-F37F-051FE220CFD2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66" creationId="{7A2281C1-7A9E-4230-852B-460E55D4B4E8}"/>
          </ac:cxnSpMkLst>
        </pc:cxnChg>
        <pc:cxnChg chg="add mod">
          <ac:chgData name="ROTA HUGO SI" userId="f084d78e-b525-4b91-8087-634c06aecf4c" providerId="ADAL" clId="{FFCCA95A-6217-44AF-8279-DB38BFB5EAD6}" dt="2024-07-03T14:00:45.747" v="524" actId="14100"/>
          <ac:cxnSpMkLst>
            <pc:docMk/>
            <pc:sldMk cId="286065243" sldId="256"/>
            <ac:cxnSpMk id="67" creationId="{E692012F-C1A5-9F2D-7FB2-A6F87BD01416}"/>
          </ac:cxnSpMkLst>
        </pc:cxnChg>
        <pc:cxnChg chg="add del mod">
          <ac:chgData name="ROTA HUGO SI" userId="f084d78e-b525-4b91-8087-634c06aecf4c" providerId="ADAL" clId="{FFCCA95A-6217-44AF-8279-DB38BFB5EAD6}" dt="2024-07-03T13:53:48.869" v="363"/>
          <ac:cxnSpMkLst>
            <pc:docMk/>
            <pc:sldMk cId="286065243" sldId="256"/>
            <ac:cxnSpMk id="72" creationId="{57959D7E-AED5-304B-EA23-07D8E3D7EBA6}"/>
          </ac:cxnSpMkLst>
        </pc:cxnChg>
        <pc:cxnChg chg="add del mod">
          <ac:chgData name="ROTA HUGO SI" userId="f084d78e-b525-4b91-8087-634c06aecf4c" providerId="ADAL" clId="{FFCCA95A-6217-44AF-8279-DB38BFB5EAD6}" dt="2024-07-03T13:53:48.869" v="363"/>
          <ac:cxnSpMkLst>
            <pc:docMk/>
            <pc:sldMk cId="286065243" sldId="256"/>
            <ac:cxnSpMk id="73" creationId="{E116CCE7-ABD9-54D7-CEE7-2D9C0D13FA0A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75" creationId="{8122097E-A97A-000C-75D5-1C66FD34E1A9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76" creationId="{AA67CBE6-0066-8A15-2326-AB4C8FC47633}"/>
          </ac:cxnSpMkLst>
        </pc:cxnChg>
        <pc:cxnChg chg="add del mod">
          <ac:chgData name="ROTA HUGO SI" userId="f084d78e-b525-4b91-8087-634c06aecf4c" providerId="ADAL" clId="{FFCCA95A-6217-44AF-8279-DB38BFB5EAD6}" dt="2024-07-03T13:57:56.590" v="396"/>
          <ac:cxnSpMkLst>
            <pc:docMk/>
            <pc:sldMk cId="286065243" sldId="256"/>
            <ac:cxnSpMk id="82" creationId="{B25C09A3-7F01-90B6-3106-F08907F66269}"/>
          </ac:cxnSpMkLst>
        </pc:cxnChg>
        <pc:cxnChg chg="add del mod">
          <ac:chgData name="ROTA HUGO SI" userId="f084d78e-b525-4b91-8087-634c06aecf4c" providerId="ADAL" clId="{FFCCA95A-6217-44AF-8279-DB38BFB5EAD6}" dt="2024-07-03T13:57:56.590" v="396"/>
          <ac:cxnSpMkLst>
            <pc:docMk/>
            <pc:sldMk cId="286065243" sldId="256"/>
            <ac:cxnSpMk id="83" creationId="{9A95CFD0-B601-10AC-F1FA-6EB540D7951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6383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639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096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354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7547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8274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856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1700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2920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689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082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creativecommons.org/licenses/by/4.0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FB140520-6CC9-8398-5BBC-338790D77A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5719" y="6018062"/>
            <a:ext cx="1397947" cy="466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426B3D9-9A30-9111-43F7-59BE743F8F41}"/>
              </a:ext>
            </a:extLst>
          </p:cNvPr>
          <p:cNvSpPr txBox="1"/>
          <p:nvPr userDrawn="1"/>
        </p:nvSpPr>
        <p:spPr>
          <a:xfrm>
            <a:off x="50334" y="6503182"/>
            <a:ext cx="9093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All SMART images are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licensed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under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Creative Commons Attribution 4.0 </a:t>
            </a:r>
          </a:p>
          <a:p>
            <a:pPr algn="ctr"/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Share,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adapt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and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enhance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your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presentations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with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the power of open collaboration. 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https://creativecommons.org/licenses/by/4.0/</a:t>
            </a:r>
            <a:endParaRPr lang="fr-FR" sz="700" dirty="0">
              <a:solidFill>
                <a:schemeClr val="tx1">
                  <a:lumMod val="50000"/>
                  <a:lumOff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9C18B3B-3B5B-F650-4348-B2A33155E287}"/>
              </a:ext>
            </a:extLst>
          </p:cNvPr>
          <p:cNvSpPr txBox="1"/>
          <p:nvPr userDrawn="1"/>
        </p:nvSpPr>
        <p:spPr>
          <a:xfrm>
            <a:off x="5629013" y="6133850"/>
            <a:ext cx="2204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 err="1">
                <a:solidFill>
                  <a:srgbClr val="2422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Educational</a:t>
            </a:r>
            <a:r>
              <a:rPr lang="fr-FR" i="1" dirty="0">
                <a:solidFill>
                  <a:srgbClr val="2422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Tools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429A786-9DA0-29B4-DDC0-97337C848C9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195" y="96116"/>
            <a:ext cx="862064" cy="735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2623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5B43A1-8959-0F7A-A696-6999D14AF92E}"/>
              </a:ext>
            </a:extLst>
          </p:cNvPr>
          <p:cNvSpPr/>
          <p:nvPr/>
        </p:nvSpPr>
        <p:spPr>
          <a:xfrm>
            <a:off x="16778" y="0"/>
            <a:ext cx="9144000" cy="6858000"/>
          </a:xfrm>
          <a:prstGeom prst="rect">
            <a:avLst/>
          </a:prstGeom>
          <a:noFill/>
          <a:ln w="63500"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1082E92-68E4-7BC2-ED8D-83E1473D11D4}"/>
              </a:ext>
            </a:extLst>
          </p:cNvPr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>
                <a:solidFill>
                  <a:srgbClr val="9C7DC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ЗРИТЕЛЬНАЯ СИСТЕМА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1AE43F3-E010-8E11-260C-16631D56D260}"/>
              </a:ext>
            </a:extLst>
          </p:cNvPr>
          <p:cNvSpPr txBox="1"/>
          <p:nvPr/>
        </p:nvSpPr>
        <p:spPr>
          <a:xfrm>
            <a:off x="2105636" y="830997"/>
            <a:ext cx="49405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Зрительная система воспринимает свет из окружающей среды и преобразует его в электрические сигналы, которые затем обрабатываются мозгом с формированием изображений, позволяя воспринимать цвет, форму, глубину и движение.</a:t>
            </a:r>
            <a:endParaRPr lang="fr-FR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1917E866-12E2-E440-4FAB-D8DDF66AE5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843" r="11820"/>
          <a:stretch/>
        </p:blipFill>
        <p:spPr>
          <a:xfrm>
            <a:off x="3004342" y="2190501"/>
            <a:ext cx="3135316" cy="3021085"/>
          </a:xfrm>
          <a:prstGeom prst="rect">
            <a:avLst/>
          </a:prstGeom>
        </p:spPr>
      </p:pic>
      <p:sp>
        <p:nvSpPr>
          <p:cNvPr id="6" name="Nuage 5">
            <a:extLst>
              <a:ext uri="{FF2B5EF4-FFF2-40B4-BE49-F238E27FC236}">
                <a16:creationId xmlns:a16="http://schemas.microsoft.com/office/drawing/2014/main" id="{85FEC2D6-FDF8-C2BE-8C45-E5E370129F54}"/>
              </a:ext>
            </a:extLst>
          </p:cNvPr>
          <p:cNvSpPr/>
          <p:nvPr/>
        </p:nvSpPr>
        <p:spPr>
          <a:xfrm>
            <a:off x="7008460" y="2187918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РОГОВИЦА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A1A1EFEA-240B-6172-DE4A-F4682E0920B5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6342077" y="2506698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Nuage 6">
            <a:extLst>
              <a:ext uri="{FF2B5EF4-FFF2-40B4-BE49-F238E27FC236}">
                <a16:creationId xmlns:a16="http://schemas.microsoft.com/office/drawing/2014/main" id="{91AF73B8-4A93-0DA1-002F-94AA0E77300F}"/>
              </a:ext>
            </a:extLst>
          </p:cNvPr>
          <p:cNvSpPr/>
          <p:nvPr/>
        </p:nvSpPr>
        <p:spPr>
          <a:xfrm>
            <a:off x="7008460" y="2833870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latin typeface="Poppins" panose="00000500000000000000" pitchFamily="2" charset="0"/>
                <a:cs typeface="Poppins" panose="00000500000000000000" pitchFamily="2" charset="0"/>
              </a:rPr>
              <a:t>РАДУЖНАЯ ОБОЛОЧКА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672CEA5-B97D-55B6-E8DF-D13BC18FD03E}"/>
              </a:ext>
            </a:extLst>
          </p:cNvPr>
          <p:cNvCxnSpPr>
            <a:cxnSpLocks/>
          </p:cNvCxnSpPr>
          <p:nvPr/>
        </p:nvCxnSpPr>
        <p:spPr>
          <a:xfrm>
            <a:off x="5608418" y="3349793"/>
            <a:ext cx="1467318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F6EA4945-2695-2AAE-1C90-92E85C66CBC2}"/>
              </a:ext>
            </a:extLst>
          </p:cNvPr>
          <p:cNvCxnSpPr>
            <a:cxnSpLocks/>
          </p:cNvCxnSpPr>
          <p:nvPr/>
        </p:nvCxnSpPr>
        <p:spPr>
          <a:xfrm flipV="1">
            <a:off x="5728925" y="2500892"/>
            <a:ext cx="615143" cy="74790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Nuage 18">
            <a:extLst>
              <a:ext uri="{FF2B5EF4-FFF2-40B4-BE49-F238E27FC236}">
                <a16:creationId xmlns:a16="http://schemas.microsoft.com/office/drawing/2014/main" id="{3D118DAE-6734-3B59-B89F-5DF0FA1E7576}"/>
              </a:ext>
            </a:extLst>
          </p:cNvPr>
          <p:cNvSpPr/>
          <p:nvPr/>
        </p:nvSpPr>
        <p:spPr>
          <a:xfrm>
            <a:off x="7008460" y="3495308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ЗРАЧОК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3E4E2DEE-EFD6-896E-3B20-2F20FDE0039A}"/>
              </a:ext>
            </a:extLst>
          </p:cNvPr>
          <p:cNvCxnSpPr>
            <a:cxnSpLocks/>
          </p:cNvCxnSpPr>
          <p:nvPr/>
        </p:nvCxnSpPr>
        <p:spPr>
          <a:xfrm>
            <a:off x="5608418" y="3746971"/>
            <a:ext cx="1467318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Nuage 24">
            <a:extLst>
              <a:ext uri="{FF2B5EF4-FFF2-40B4-BE49-F238E27FC236}">
                <a16:creationId xmlns:a16="http://schemas.microsoft.com/office/drawing/2014/main" id="{321EA73F-7031-2030-2605-3394F01D3A99}"/>
              </a:ext>
            </a:extLst>
          </p:cNvPr>
          <p:cNvSpPr/>
          <p:nvPr/>
        </p:nvSpPr>
        <p:spPr>
          <a:xfrm>
            <a:off x="6996468" y="4196681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ХРУСТАЛИК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2FB02829-5835-F231-38CE-F5933F3A3537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6330085" y="4515461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74C97B34-0996-C89D-A98E-067B87A8F70C}"/>
              </a:ext>
            </a:extLst>
          </p:cNvPr>
          <p:cNvCxnSpPr>
            <a:cxnSpLocks/>
          </p:cNvCxnSpPr>
          <p:nvPr/>
        </p:nvCxnSpPr>
        <p:spPr>
          <a:xfrm>
            <a:off x="5444455" y="3965896"/>
            <a:ext cx="896010" cy="55214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Nuage 28">
            <a:extLst>
              <a:ext uri="{FF2B5EF4-FFF2-40B4-BE49-F238E27FC236}">
                <a16:creationId xmlns:a16="http://schemas.microsoft.com/office/drawing/2014/main" id="{F6DC3864-2992-60C7-7F47-C3B85EAF1C7F}"/>
              </a:ext>
            </a:extLst>
          </p:cNvPr>
          <p:cNvSpPr/>
          <p:nvPr/>
        </p:nvSpPr>
        <p:spPr>
          <a:xfrm>
            <a:off x="1144505" y="4349081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СКЛЕРА</a:t>
            </a:r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6B18A793-4FCA-ECA6-92C4-83AEB0422DB7}"/>
              </a:ext>
            </a:extLst>
          </p:cNvPr>
          <p:cNvCxnSpPr>
            <a:cxnSpLocks/>
          </p:cNvCxnSpPr>
          <p:nvPr/>
        </p:nvCxnSpPr>
        <p:spPr>
          <a:xfrm>
            <a:off x="2417690" y="4672057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B009563E-C94E-1F22-8D3A-530066037C4A}"/>
              </a:ext>
            </a:extLst>
          </p:cNvPr>
          <p:cNvCxnSpPr>
            <a:cxnSpLocks/>
          </p:cNvCxnSpPr>
          <p:nvPr/>
        </p:nvCxnSpPr>
        <p:spPr>
          <a:xfrm flipV="1">
            <a:off x="3082034" y="4357470"/>
            <a:ext cx="739415" cy="32297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Nuage 33">
            <a:extLst>
              <a:ext uri="{FF2B5EF4-FFF2-40B4-BE49-F238E27FC236}">
                <a16:creationId xmlns:a16="http://schemas.microsoft.com/office/drawing/2014/main" id="{27671222-3755-53D1-95B4-7D6536757A3C}"/>
              </a:ext>
            </a:extLst>
          </p:cNvPr>
          <p:cNvSpPr/>
          <p:nvPr/>
        </p:nvSpPr>
        <p:spPr>
          <a:xfrm>
            <a:off x="1140524" y="5030745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latin typeface="Poppins" panose="00000500000000000000" pitchFamily="2" charset="0"/>
                <a:cs typeface="Poppins" panose="00000500000000000000" pitchFamily="2" charset="0"/>
              </a:rPr>
              <a:t>СОСУДИСТАЯ ОБОЛОЧКА</a:t>
            </a:r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550AB126-E6A9-3AD7-6D43-27A598AA7F83}"/>
              </a:ext>
            </a:extLst>
          </p:cNvPr>
          <p:cNvCxnSpPr>
            <a:cxnSpLocks/>
          </p:cNvCxnSpPr>
          <p:nvPr/>
        </p:nvCxnSpPr>
        <p:spPr>
          <a:xfrm>
            <a:off x="2420059" y="5353721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58EE6D29-D922-97A0-A30D-B2E3EF149D4D}"/>
              </a:ext>
            </a:extLst>
          </p:cNvPr>
          <p:cNvCxnSpPr>
            <a:cxnSpLocks/>
          </p:cNvCxnSpPr>
          <p:nvPr/>
        </p:nvCxnSpPr>
        <p:spPr>
          <a:xfrm flipV="1">
            <a:off x="3080043" y="4306757"/>
            <a:ext cx="992676" cy="1046964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" name="Nuage 38">
            <a:extLst>
              <a:ext uri="{FF2B5EF4-FFF2-40B4-BE49-F238E27FC236}">
                <a16:creationId xmlns:a16="http://schemas.microsoft.com/office/drawing/2014/main" id="{1328C96F-2A4C-E63E-597D-A0CE43B0BFBB}"/>
              </a:ext>
            </a:extLst>
          </p:cNvPr>
          <p:cNvSpPr/>
          <p:nvPr/>
        </p:nvSpPr>
        <p:spPr>
          <a:xfrm>
            <a:off x="1107888" y="5733658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СЕТЧАТКА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39269874-1E0D-633F-7761-82EA1547D431}"/>
              </a:ext>
            </a:extLst>
          </p:cNvPr>
          <p:cNvCxnSpPr>
            <a:cxnSpLocks/>
          </p:cNvCxnSpPr>
          <p:nvPr/>
        </p:nvCxnSpPr>
        <p:spPr>
          <a:xfrm>
            <a:off x="2387423" y="6056634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6D685361-E585-BEF2-66AC-A5D06F1C5F45}"/>
              </a:ext>
            </a:extLst>
          </p:cNvPr>
          <p:cNvCxnSpPr>
            <a:cxnSpLocks/>
          </p:cNvCxnSpPr>
          <p:nvPr/>
        </p:nvCxnSpPr>
        <p:spPr>
          <a:xfrm flipV="1">
            <a:off x="3064368" y="4118059"/>
            <a:ext cx="1437782" cy="1938575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Nuage 43">
            <a:extLst>
              <a:ext uri="{FF2B5EF4-FFF2-40B4-BE49-F238E27FC236}">
                <a16:creationId xmlns:a16="http://schemas.microsoft.com/office/drawing/2014/main" id="{DC21E8FB-38D6-02F9-DD1F-BA846A0AB5B8}"/>
              </a:ext>
            </a:extLst>
          </p:cNvPr>
          <p:cNvSpPr/>
          <p:nvPr/>
        </p:nvSpPr>
        <p:spPr>
          <a:xfrm>
            <a:off x="1093385" y="3615474"/>
            <a:ext cx="1342779" cy="700859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>
                <a:latin typeface="Poppins" panose="00000500000000000000" pitchFamily="2" charset="0"/>
                <a:cs typeface="Poppins" panose="00000500000000000000" pitchFamily="2" charset="0"/>
              </a:rPr>
              <a:t>КРОВЕНОСНЫЕ СОСУДЫ СЕТЧАТКИ</a:t>
            </a:r>
          </a:p>
        </p:txBody>
      </p: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45821FEA-56F2-6C82-E662-CBF059FD4F01}"/>
              </a:ext>
            </a:extLst>
          </p:cNvPr>
          <p:cNvCxnSpPr>
            <a:cxnSpLocks/>
          </p:cNvCxnSpPr>
          <p:nvPr/>
        </p:nvCxnSpPr>
        <p:spPr>
          <a:xfrm>
            <a:off x="2398627" y="3993357"/>
            <a:ext cx="906339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7" name="Nuage 46">
            <a:extLst>
              <a:ext uri="{FF2B5EF4-FFF2-40B4-BE49-F238E27FC236}">
                <a16:creationId xmlns:a16="http://schemas.microsoft.com/office/drawing/2014/main" id="{E59D6E7C-4073-4CBF-A90D-18CDAC7ED715}"/>
              </a:ext>
            </a:extLst>
          </p:cNvPr>
          <p:cNvSpPr/>
          <p:nvPr/>
        </p:nvSpPr>
        <p:spPr>
          <a:xfrm>
            <a:off x="1140524" y="2936774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ЗРИТЕЛЬНЫЙ НЕРВ</a:t>
            </a:r>
          </a:p>
        </p:txBody>
      </p: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8AD53327-6FC7-58EC-E93F-0B1D0B0FCD19}"/>
              </a:ext>
            </a:extLst>
          </p:cNvPr>
          <p:cNvCxnSpPr>
            <a:cxnSpLocks/>
          </p:cNvCxnSpPr>
          <p:nvPr/>
        </p:nvCxnSpPr>
        <p:spPr>
          <a:xfrm>
            <a:off x="2420059" y="3259750"/>
            <a:ext cx="617662" cy="1107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621BCD58-04C4-76AE-C132-EEE3F95EB95D}"/>
              </a:ext>
            </a:extLst>
          </p:cNvPr>
          <p:cNvCxnSpPr>
            <a:cxnSpLocks/>
          </p:cNvCxnSpPr>
          <p:nvPr/>
        </p:nvCxnSpPr>
        <p:spPr>
          <a:xfrm>
            <a:off x="3021418" y="3269719"/>
            <a:ext cx="635610" cy="603132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Nuage 50">
            <a:extLst>
              <a:ext uri="{FF2B5EF4-FFF2-40B4-BE49-F238E27FC236}">
                <a16:creationId xmlns:a16="http://schemas.microsoft.com/office/drawing/2014/main" id="{FB233FAD-14A5-683B-5B24-B1353E2F2F91}"/>
              </a:ext>
            </a:extLst>
          </p:cNvPr>
          <p:cNvSpPr/>
          <p:nvPr/>
        </p:nvSpPr>
        <p:spPr>
          <a:xfrm>
            <a:off x="1107888" y="2234391"/>
            <a:ext cx="1329849" cy="649089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ЖЁЛТОЕ ПЯТНО</a:t>
            </a:r>
          </a:p>
        </p:txBody>
      </p: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03CC4954-05FD-B12C-95EC-67EE7E3D93EE}"/>
              </a:ext>
            </a:extLst>
          </p:cNvPr>
          <p:cNvCxnSpPr>
            <a:cxnSpLocks/>
          </p:cNvCxnSpPr>
          <p:nvPr/>
        </p:nvCxnSpPr>
        <p:spPr>
          <a:xfrm>
            <a:off x="2344856" y="2560504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F560EA38-2F19-ADF4-A428-1ADE64C1B89C}"/>
              </a:ext>
            </a:extLst>
          </p:cNvPr>
          <p:cNvCxnSpPr>
            <a:cxnSpLocks/>
          </p:cNvCxnSpPr>
          <p:nvPr/>
        </p:nvCxnSpPr>
        <p:spPr>
          <a:xfrm>
            <a:off x="3019098" y="2558935"/>
            <a:ext cx="695941" cy="111267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Nuage 64">
            <a:extLst>
              <a:ext uri="{FF2B5EF4-FFF2-40B4-BE49-F238E27FC236}">
                <a16:creationId xmlns:a16="http://schemas.microsoft.com/office/drawing/2014/main" id="{C82A0E73-2006-02F5-26A9-181A666DAA19}"/>
              </a:ext>
            </a:extLst>
          </p:cNvPr>
          <p:cNvSpPr/>
          <p:nvPr/>
        </p:nvSpPr>
        <p:spPr>
          <a:xfrm>
            <a:off x="1029372" y="1536626"/>
            <a:ext cx="1362032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СТЕКЛОВИДНОЕ ТЕЛО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7A2281C1-7A9E-4230-852B-460E55D4B4E8}"/>
              </a:ext>
            </a:extLst>
          </p:cNvPr>
          <p:cNvCxnSpPr>
            <a:cxnSpLocks/>
          </p:cNvCxnSpPr>
          <p:nvPr/>
        </p:nvCxnSpPr>
        <p:spPr>
          <a:xfrm>
            <a:off x="2387423" y="1859602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E692012F-C1A5-9F2D-7FB2-A6F87BD01416}"/>
              </a:ext>
            </a:extLst>
          </p:cNvPr>
          <p:cNvCxnSpPr>
            <a:cxnSpLocks/>
          </p:cNvCxnSpPr>
          <p:nvPr/>
        </p:nvCxnSpPr>
        <p:spPr>
          <a:xfrm>
            <a:off x="3064368" y="1863798"/>
            <a:ext cx="1104154" cy="115960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4" name="Nuage 73">
            <a:extLst>
              <a:ext uri="{FF2B5EF4-FFF2-40B4-BE49-F238E27FC236}">
                <a16:creationId xmlns:a16="http://schemas.microsoft.com/office/drawing/2014/main" id="{05E94107-783D-765F-03A6-6CCC760F9566}"/>
              </a:ext>
            </a:extLst>
          </p:cNvPr>
          <p:cNvSpPr/>
          <p:nvPr/>
        </p:nvSpPr>
        <p:spPr>
          <a:xfrm>
            <a:off x="7034727" y="1510858"/>
            <a:ext cx="1652940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ШЛЕММОВ КАНАЛ</a:t>
            </a:r>
          </a:p>
        </p:txBody>
      </p: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8122097E-A97A-000C-75D5-1C66FD34E1A9}"/>
              </a:ext>
            </a:extLst>
          </p:cNvPr>
          <p:cNvCxnSpPr>
            <a:cxnSpLocks/>
          </p:cNvCxnSpPr>
          <p:nvPr/>
        </p:nvCxnSpPr>
        <p:spPr>
          <a:xfrm>
            <a:off x="6374694" y="1829638"/>
            <a:ext cx="671510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AA67CBE6-0066-8A15-2326-AB4C8FC47633}"/>
              </a:ext>
            </a:extLst>
          </p:cNvPr>
          <p:cNvCxnSpPr>
            <a:cxnSpLocks/>
          </p:cNvCxnSpPr>
          <p:nvPr/>
        </p:nvCxnSpPr>
        <p:spPr>
          <a:xfrm flipV="1">
            <a:off x="5543550" y="1825871"/>
            <a:ext cx="828824" cy="1285722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606524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</TotalTime>
  <Words>59</Words>
  <Application>Microsoft Office PowerPoint</Application>
  <PresentationFormat>Affichage à l'écran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Thème Office</vt:lpstr>
      <vt:lpstr>Présentation PowerPoint</vt:lpstr>
    </vt:vector>
  </TitlesOfParts>
  <Company>SERVIER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ROTA HUGO SI</dc:creator>
  <cp:lastModifiedBy>ROTA HUGO SI</cp:lastModifiedBy>
  <cp:revision>2</cp:revision>
  <dcterms:created xsi:type="dcterms:W3CDTF">2024-05-16T14:55:27Z</dcterms:created>
  <dcterms:modified xsi:type="dcterms:W3CDTF">2024-07-03T14:03:37Z</dcterms:modified>
</cp:coreProperties>
</file>