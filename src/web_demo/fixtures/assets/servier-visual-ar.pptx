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4400" b="1" dirty="0">
                <a:solidFill>
                  <a:srgbClr val="9C7DCC"/>
                </a:solidFill>
                <a:latin typeface="Poppins" panose="00000500000000000000" pitchFamily="2" charset="0"/>
                <a:cs typeface="Arial" panose="00000500000000000000" pitchFamily="2" charset="0"/>
              </a:rPr>
              <a:t>الجهاز البصري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100" dirty="0">
                <a:latin typeface="Poppins" panose="00000500000000000000" pitchFamily="2" charset="0"/>
                <a:cs typeface="Arial" panose="00000500000000000000" pitchFamily="2" charset="0"/>
              </a:rPr>
              <a:t>يلتقط الجهاز البصري الضوء من البيئة ويحوّله إلى إشارات كهربائية يفسرها الدماغ لتكوين الصور، مما يتيح إدراك اللون والشكل والعمق والحركة.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القرنية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القزحية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الحدقة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العدسة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الصلبة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المشيمية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الشبكية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الأوعية الدموية الشبكية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العصب البصري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البقعة الصفراء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الخلط الزجاجي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ar-SA" sz="1050" b="1" dirty="0">
                <a:latin typeface="Poppins" panose="00000500000000000000" pitchFamily="2" charset="0"/>
                <a:cs typeface="Arial" panose="00000500000000000000" pitchFamily="2" charset="0"/>
              </a:rPr>
              <a:t>قناة شليم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